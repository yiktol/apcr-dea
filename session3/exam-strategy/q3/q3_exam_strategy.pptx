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Glue Workflow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transportation company uses AWS Glue ETL jobs to run transformations on data lake data. A data engineer must visualize dependencies between transformations and run multiple transformations concurrently to reduce processing time.</a:t>
            </a:r>
            <a:br/>
            <a:br/>
            <a:r>
              <a:t>How can the data engineer meet these requirements with the LEAST operational overhead?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 scheduled trigger to start an AWS Glue workflow that will launch the required AWS Glue jobs.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Amazon EventBridge to schedule an event to initiate an AWS Lambda function that will launch the required AWS Glue jobs.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Amazon EventBridge to schedule an event to initiate an AWS Step Functions workflow that will launch the required AWS Glue jobs.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Launch an Amazon EC2 instance that runs Apache Airflow to start the required AWS Glue jobs.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Use a scheduled trigger to start an AWS Glue workflow that will launch the required AWS Glue jobs.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120915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Glue workflows natively visualize job dependencies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Built-in concurrent execution of independent jobs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Scheduled triggers are fully managed — no extra services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Least operational overhead — single service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Use Amazon EventBridge to schedule an event to initiate an AWS Lambda function that will launch the required AWS Glue jobs.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122652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Lambda can start Glue jobs but no dependency visualization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Must build custom orchestration logic in Lambda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Additional service to manage (EventBridge + Lambda)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More overhead than native Glue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Use Amazon EventBridge to schedule an event to initiate an AWS Step Functions workflow that will launch the required AWS Glue jobs.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15433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Step Functions can orchestrate but adds complexity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Two additional services (EventBridge + Step Functions)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Glue workflows already provide this natively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Over-engineered for Glue-to-Glue orchestration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Launch an Amazon EC2 instance that runs Apache Airflow to start the required AWS Glue jobs.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991299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EC2 + Airflow requires infrastructure management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OS patching, scaling, Airflow maintenance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Highest operational overhead of all options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Managed alternatives exist for this use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