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Redshift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retail company uses Amazon Redshift for transactional data. They want to leverage machine learning models for insights. Data preparation and feature engineering are time-consuming. They need an efficient solution leveraging existing Redshift data.</a:t>
            </a:r>
            <a:br/>
            <a:br/>
            <a:r>
              <a:t>Which approach should you take?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Amazon Redshift ML to create and train machine learning models using SQL directly within Amazon Redshift.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Extract data from Redshift into S3, then use Amazon SageMaker to build, train, and deploy models.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Provision EC2 instances with Apache Spark, extract data from Redshift, and perform data preparation before training models.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AWS Glue to extract data from Redshift, perform transformation with Spark, then load into SageMaker for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Use Amazon Redshift ML to create and train machine learning models using SQL directly within Amazon Redshift.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708648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Redshift ML uses SQL — no data movement needed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Automatically handles feature engineering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Integrates with SageMaker Autopilot behind the scenes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Most efficient — leverages existing data in 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Extract data from Redshift into S3, then use Amazon SageMaker to build, train, and deploy models.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20520"/>
            <a:ext cx="5303519" cy="2062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Requires data extraction step to S3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Additional data movement and storage costs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More complex pipeline to manage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Works but not the most efficient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Provision EC2 instances with Apache Spark, extract data from Redshift, and perform data preparation before training models.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2488"/>
            <a:ext cx="5303520" cy="29385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Requires provisioning and managing EC2 infrastructure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Manual data extraction and preparation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Highest operational overhead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Self-managed Spark adds significant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Use AWS Glue to extract data from Redshift, perform transformation with Spark, then load into SageMaker for training.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47352"/>
            <a:ext cx="5303520" cy="2208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Multiple services to orchestrate (Glue + SageMaker)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 must be extracted and transformed externally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More operational overhead than Redshift ML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Over-engineered when Redshift ML exists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