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Athena Query Optimization</a:t>
            </a:r>
          </a:p>
        </p:txBody>
      </p:sp>
      <p:sp>
        <p:nvSpPr>
          <p:cNvPr id="4" name="TextBox 3"/>
          <p:cNvSpPr txBox="1"/>
          <p:nvPr/>
        </p:nvSpPr>
        <p:spPr>
          <a:xfrm>
            <a:off x="365760" y="731520"/>
            <a:ext cx="6583680" cy="1371600"/>
          </a:xfrm>
          <a:prstGeom prst="rect">
            <a:avLst/>
          </a:prstGeom>
          <a:noFill/>
        </p:spPr>
        <p:txBody>
          <a:bodyPr wrap="square">
            <a:spAutoFit/>
          </a:bodyPr>
          <a:lstStyle/>
          <a:p>
            <a:pPr>
              <a:defRPr sz="1100">
                <a:solidFill>
                  <a:srgbClr val="FFFFFF"/>
                </a:solidFill>
                <a:latin typeface="Segoe UI"/>
              </a:defRPr>
            </a:pPr>
            <a:r>
              <a:t>A sports organization stores extensive web server logs on Amazon S3 from historic sporting events and intends to analyze this data swiftly using Amazon Athena. The majority of their queries are operational, focusing on logs from a specific day or sporting match.</a:t>
            </a:r>
            <a:br/>
            <a:br/>
            <a:r>
              <a:t>How should the organization structure their log data in the MOST cost effective manner?</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Keep logs in their original format and rely on Amazon Athena's automatic data partitioning.</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Partition logs by year, then by month, and use gzip compression for each file.</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Store all logs in a single, large file and use Athena's built-in query optimization features.</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Partition logs by day and convert them into Apache Parquet format.</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Keep logs in their original format and rely on Amazon Athena's automatic data partitioning.</a:t>
            </a:r>
          </a:p>
        </p:txBody>
      </p:sp>
      <p:pic>
        <p:nvPicPr>
          <p:cNvPr id="5" name="Picture 4" descr="option_a.png"/>
          <p:cNvPicPr>
            <a:picLocks noChangeAspect="1"/>
          </p:cNvPicPr>
          <p:nvPr/>
        </p:nvPicPr>
        <p:blipFill>
          <a:blip r:embed="rId2"/>
          <a:stretch>
            <a:fillRect/>
          </a:stretch>
        </p:blipFill>
        <p:spPr>
          <a:xfrm>
            <a:off x="182880" y="1151369"/>
            <a:ext cx="5303520" cy="3000781"/>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Athena does NOT automatically partition data</a:t>
            </a:r>
          </a:p>
          <a:p>
            <a:pPr>
              <a:spcAft>
                <a:spcPts val="600"/>
              </a:spcAft>
              <a:defRPr sz="900">
                <a:solidFill>
                  <a:srgbClr val="263238"/>
                </a:solidFill>
                <a:latin typeface="Segoe UI"/>
              </a:defRPr>
            </a:pPr>
            <a:r>
              <a:t>• Full table scans on raw format are expensive</a:t>
            </a:r>
          </a:p>
          <a:p>
            <a:pPr>
              <a:spcAft>
                <a:spcPts val="600"/>
              </a:spcAft>
              <a:defRPr sz="900">
                <a:solidFill>
                  <a:srgbClr val="263238"/>
                </a:solidFill>
                <a:latin typeface="Segoe UI"/>
              </a:defRPr>
            </a:pPr>
            <a:r>
              <a:t>• No compression or columnar optimization</a:t>
            </a:r>
          </a:p>
          <a:p>
            <a:pPr>
              <a:spcAft>
                <a:spcPts val="600"/>
              </a:spcAft>
              <a:defRPr sz="900">
                <a:solidFill>
                  <a:srgbClr val="263238"/>
                </a:solidFill>
                <a:latin typeface="Segoe UI"/>
              </a:defRPr>
            </a:pPr>
            <a:r>
              <a:t>• Highest cost per query of all options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Partition logs by year, then by month, and use gzip compression for each file.</a:t>
            </a:r>
          </a:p>
        </p:txBody>
      </p:sp>
      <p:pic>
        <p:nvPicPr>
          <p:cNvPr id="5" name="Picture 4" descr="option_b.png"/>
          <p:cNvPicPr>
            <a:picLocks noChangeAspect="1"/>
          </p:cNvPicPr>
          <p:nvPr/>
        </p:nvPicPr>
        <p:blipFill>
          <a:blip r:embed="rId2"/>
          <a:stretch>
            <a:fillRect/>
          </a:stretch>
        </p:blipFill>
        <p:spPr>
          <a:xfrm>
            <a:off x="182880" y="1097280"/>
            <a:ext cx="4993810"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Year/month partitioning is too coarse for daily queries</a:t>
            </a:r>
          </a:p>
          <a:p>
            <a:pPr>
              <a:spcAft>
                <a:spcPts val="600"/>
              </a:spcAft>
              <a:defRPr sz="900">
                <a:solidFill>
                  <a:srgbClr val="263238"/>
                </a:solidFill>
                <a:latin typeface="Segoe UI"/>
              </a:defRPr>
            </a:pPr>
            <a:r>
              <a:t>• Gzip is splittable but row-based — no column pruning</a:t>
            </a:r>
          </a:p>
          <a:p>
            <a:pPr>
              <a:spcAft>
                <a:spcPts val="600"/>
              </a:spcAft>
              <a:defRPr sz="900">
                <a:solidFill>
                  <a:srgbClr val="263238"/>
                </a:solidFill>
                <a:latin typeface="Segoe UI"/>
              </a:defRPr>
            </a:pPr>
            <a:r>
              <a:t>• Queries for a specific day still scan entire month</a:t>
            </a:r>
          </a:p>
          <a:p>
            <a:pPr>
              <a:spcAft>
                <a:spcPts val="600"/>
              </a:spcAft>
              <a:defRPr sz="900">
                <a:solidFill>
                  <a:srgbClr val="263238"/>
                </a:solidFill>
                <a:latin typeface="Segoe UI"/>
              </a:defRPr>
            </a:pPr>
            <a:r>
              <a:t>• Parquet + day partition is more cost-effective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Store all logs in a single, large file and use Athena's built-in query optimization features.</a:t>
            </a:r>
          </a:p>
        </p:txBody>
      </p:sp>
      <p:pic>
        <p:nvPicPr>
          <p:cNvPr id="5" name="Picture 4" descr="option_c.png"/>
          <p:cNvPicPr>
            <a:picLocks noChangeAspect="1"/>
          </p:cNvPicPr>
          <p:nvPr/>
        </p:nvPicPr>
        <p:blipFill>
          <a:blip r:embed="rId2"/>
          <a:stretch>
            <a:fillRect/>
          </a:stretch>
        </p:blipFill>
        <p:spPr>
          <a:xfrm>
            <a:off x="182880" y="1226820"/>
            <a:ext cx="5303520" cy="284988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Single large file forces full scan on every query</a:t>
            </a:r>
          </a:p>
          <a:p>
            <a:pPr>
              <a:spcAft>
                <a:spcPts val="600"/>
              </a:spcAft>
              <a:defRPr sz="900">
                <a:solidFill>
                  <a:srgbClr val="263238"/>
                </a:solidFill>
                <a:latin typeface="Segoe UI"/>
              </a:defRPr>
            </a:pPr>
            <a:r>
              <a:t>• No partition pruning possible</a:t>
            </a:r>
          </a:p>
          <a:p>
            <a:pPr>
              <a:spcAft>
                <a:spcPts val="600"/>
              </a:spcAft>
              <a:defRPr sz="900">
                <a:solidFill>
                  <a:srgbClr val="263238"/>
                </a:solidFill>
                <a:latin typeface="Segoe UI"/>
              </a:defRPr>
            </a:pPr>
            <a:r>
              <a:t>• Athena charges per TB scanned — maximum cost</a:t>
            </a:r>
          </a:p>
          <a:p>
            <a:pPr>
              <a:spcAft>
                <a:spcPts val="600"/>
              </a:spcAft>
              <a:defRPr sz="900">
                <a:solidFill>
                  <a:srgbClr val="263238"/>
                </a:solidFill>
                <a:latin typeface="Segoe UI"/>
              </a:defRPr>
            </a:pPr>
            <a:r>
              <a:t>• Worst possible approach for cost optimization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Partition logs by day and convert them into Apache Parquet format.</a:t>
            </a:r>
          </a:p>
        </p:txBody>
      </p:sp>
      <p:pic>
        <p:nvPicPr>
          <p:cNvPr id="5" name="Picture 4" descr="option_d.png"/>
          <p:cNvPicPr>
            <a:picLocks noChangeAspect="1"/>
          </p:cNvPicPr>
          <p:nvPr/>
        </p:nvPicPr>
        <p:blipFill>
          <a:blip r:embed="rId2"/>
          <a:stretch>
            <a:fillRect/>
          </a:stretch>
        </p:blipFill>
        <p:spPr>
          <a:xfrm>
            <a:off x="182880" y="1126230"/>
            <a:ext cx="5303520" cy="3051059"/>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Day-level partitioning matches query patterns exactly</a:t>
            </a:r>
          </a:p>
          <a:p>
            <a:pPr>
              <a:spcAft>
                <a:spcPts val="600"/>
              </a:spcAft>
              <a:defRPr sz="900">
                <a:solidFill>
                  <a:srgbClr val="263238"/>
                </a:solidFill>
                <a:latin typeface="Segoe UI"/>
              </a:defRPr>
            </a:pPr>
            <a:r>
              <a:t>• Parquet is columnar — enables column pruning</a:t>
            </a:r>
          </a:p>
          <a:p>
            <a:pPr>
              <a:spcAft>
                <a:spcPts val="600"/>
              </a:spcAft>
              <a:defRPr sz="900">
                <a:solidFill>
                  <a:srgbClr val="263238"/>
                </a:solidFill>
                <a:latin typeface="Segoe UI"/>
              </a:defRPr>
            </a:pPr>
            <a:r>
              <a:t>• Parquet has built-in compression (snappy/zstd)</a:t>
            </a:r>
          </a:p>
          <a:p>
            <a:pPr>
              <a:spcAft>
                <a:spcPts val="600"/>
              </a:spcAft>
              <a:defRPr sz="900">
                <a:solidFill>
                  <a:srgbClr val="263238"/>
                </a:solidFill>
                <a:latin typeface="Segoe UI"/>
              </a:defRPr>
            </a:pPr>
            <a:r>
              <a:t>• Minimizes data scanned = minimizes Athena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