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EMR Idle Cluster Termination</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 company uses Amazon EMR clusters for workload analysis. Data engineers often forget to terminate clusters after work is complete, causing unnecessary costs. The company needs an automated solution to terminate idle clusters.</a:t>
            </a:r>
            <a:br/>
            <a:br/>
            <a:r>
              <a:t>Which solution meets these requirements?</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Tag EMR clusters. Create a CloudWatch alarm on estimated monthly bill. When billing exceeds threshold, invoke a Lambda function to terminate clusters.</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Configure a CloudWatch metrics alarm on the IsIdle metric from EMR clusters to publish to an SNS topic. Subscribe a Lambda function to terminate the clusters.</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Implement a bash script on the primary node scheduled every 5 minutes to terminate clusters after 8 hours each day.</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Use AWS Trusted Advisor cost optimization to check for idle EMR clusters. Terminate using the AWS CLI.</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Tag EMR clusters. Create a CloudWatch alarm on estimated monthly bill. When billing exceeds threshold, invoke a Lambda function to terminate clusters.</a:t>
            </a:r>
          </a:p>
        </p:txBody>
      </p:sp>
      <p:pic>
        <p:nvPicPr>
          <p:cNvPr id="5" name="Picture 4" descr="option_a.png"/>
          <p:cNvPicPr>
            <a:picLocks noChangeAspect="1"/>
          </p:cNvPicPr>
          <p:nvPr/>
        </p:nvPicPr>
        <p:blipFill>
          <a:blip r:embed="rId2"/>
          <a:stretch>
            <a:fillRect/>
          </a:stretch>
        </p:blipFill>
        <p:spPr>
          <a:xfrm>
            <a:off x="182880" y="1330314"/>
            <a:ext cx="5303520" cy="2642891"/>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Billing alarms react to cost, not idle state</a:t>
            </a:r>
          </a:p>
          <a:p>
            <a:pPr>
              <a:spcAft>
                <a:spcPts val="600"/>
              </a:spcAft>
              <a:defRPr sz="900">
                <a:solidFill>
                  <a:srgbClr val="263238"/>
                </a:solidFill>
                <a:latin typeface="Segoe UI"/>
              </a:defRPr>
            </a:pPr>
            <a:r>
              <a:t>• Cluster may be idle long before billing threshold</a:t>
            </a:r>
          </a:p>
          <a:p>
            <a:pPr>
              <a:spcAft>
                <a:spcPts val="600"/>
              </a:spcAft>
              <a:defRPr sz="900">
                <a:solidFill>
                  <a:srgbClr val="263238"/>
                </a:solidFill>
                <a:latin typeface="Segoe UI"/>
              </a:defRPr>
            </a:pPr>
            <a:r>
              <a:t>• Not targeted — terminates based on cost not usage</a:t>
            </a:r>
          </a:p>
          <a:p>
            <a:pPr>
              <a:spcAft>
                <a:spcPts val="600"/>
              </a:spcAft>
              <a:defRPr sz="900">
                <a:solidFill>
                  <a:srgbClr val="263238"/>
                </a:solidFill>
                <a:latin typeface="Segoe UI"/>
              </a:defRPr>
            </a:pPr>
            <a:r>
              <a:t>• Delayed response — damage already done to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Configure a CloudWatch metrics alarm on the IsIdle metric from EMR clusters to publish to an SNS topic. Subscribe a Lambda function to terminate the clusters.</a:t>
            </a:r>
          </a:p>
        </p:txBody>
      </p:sp>
      <p:pic>
        <p:nvPicPr>
          <p:cNvPr id="5" name="Picture 4" descr="option_b.png"/>
          <p:cNvPicPr>
            <a:picLocks noChangeAspect="1"/>
          </p:cNvPicPr>
          <p:nvPr/>
        </p:nvPicPr>
        <p:blipFill>
          <a:blip r:embed="rId2"/>
          <a:stretch>
            <a:fillRect/>
          </a:stretch>
        </p:blipFill>
        <p:spPr>
          <a:xfrm>
            <a:off x="182880" y="1425972"/>
            <a:ext cx="5303520" cy="2451575"/>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IsIdle is a native EMR CloudWatch metric</a:t>
            </a:r>
          </a:p>
          <a:p>
            <a:pPr>
              <a:spcAft>
                <a:spcPts val="600"/>
              </a:spcAft>
              <a:defRPr sz="900">
                <a:solidFill>
                  <a:srgbClr val="263238"/>
                </a:solidFill>
                <a:latin typeface="Segoe UI"/>
              </a:defRPr>
            </a:pPr>
            <a:r>
              <a:t>• Directly detects when cluster has no running jobs</a:t>
            </a:r>
          </a:p>
          <a:p>
            <a:pPr>
              <a:spcAft>
                <a:spcPts val="600"/>
              </a:spcAft>
              <a:defRPr sz="900">
                <a:solidFill>
                  <a:srgbClr val="263238"/>
                </a:solidFill>
                <a:latin typeface="Segoe UI"/>
              </a:defRPr>
            </a:pPr>
            <a:r>
              <a:t>• SNS + Lambda provides automated real-time response</a:t>
            </a:r>
          </a:p>
          <a:p>
            <a:pPr>
              <a:spcAft>
                <a:spcPts val="600"/>
              </a:spcAft>
              <a:defRPr sz="900">
                <a:solidFill>
                  <a:srgbClr val="263238"/>
                </a:solidFill>
                <a:latin typeface="Segoe UI"/>
              </a:defRPr>
            </a:pPr>
            <a:r>
              <a:t>• Purpose-built metric for exactly this use case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Implement a bash script on the primary node scheduled every 5 minutes to terminate clusters after 8 hours each day.</a:t>
            </a:r>
          </a:p>
        </p:txBody>
      </p:sp>
      <p:pic>
        <p:nvPicPr>
          <p:cNvPr id="5" name="Picture 4" descr="option_c.png"/>
          <p:cNvPicPr>
            <a:picLocks noChangeAspect="1"/>
          </p:cNvPicPr>
          <p:nvPr/>
        </p:nvPicPr>
        <p:blipFill>
          <a:blip r:embed="rId2"/>
          <a:stretch>
            <a:fillRect/>
          </a:stretch>
        </p:blipFill>
        <p:spPr>
          <a:xfrm>
            <a:off x="182880" y="1097280"/>
            <a:ext cx="4812976"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Hardcoded 8-hour limit is arbitrary and inflexible</a:t>
            </a:r>
          </a:p>
          <a:p>
            <a:pPr>
              <a:spcAft>
                <a:spcPts val="600"/>
              </a:spcAft>
              <a:defRPr sz="900">
                <a:solidFill>
                  <a:srgbClr val="263238"/>
                </a:solidFill>
                <a:latin typeface="Segoe UI"/>
              </a:defRPr>
            </a:pPr>
            <a:r>
              <a:t>• Bash script on primary node is fragile</a:t>
            </a:r>
          </a:p>
          <a:p>
            <a:pPr>
              <a:spcAft>
                <a:spcPts val="600"/>
              </a:spcAft>
              <a:defRPr sz="900">
                <a:solidFill>
                  <a:srgbClr val="263238"/>
                </a:solidFill>
                <a:latin typeface="Segoe UI"/>
              </a:defRPr>
            </a:pPr>
            <a:r>
              <a:t>• Doesn't detect actual idle state</a:t>
            </a:r>
          </a:p>
          <a:p>
            <a:pPr>
              <a:spcAft>
                <a:spcPts val="600"/>
              </a:spcAft>
              <a:defRPr sz="900">
                <a:solidFill>
                  <a:srgbClr val="263238"/>
                </a:solidFill>
                <a:latin typeface="Segoe UI"/>
              </a:defRPr>
            </a:pPr>
            <a:r>
              <a:t>• Not a scalable or maintainable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Use AWS Trusted Advisor cost optimization to check for idle EMR clusters. Terminate using the AWS CLI.</a:t>
            </a:r>
          </a:p>
        </p:txBody>
      </p:sp>
      <p:pic>
        <p:nvPicPr>
          <p:cNvPr id="5" name="Picture 4" descr="option_d.png"/>
          <p:cNvPicPr>
            <a:picLocks noChangeAspect="1"/>
          </p:cNvPicPr>
          <p:nvPr/>
        </p:nvPicPr>
        <p:blipFill>
          <a:blip r:embed="rId2"/>
          <a:stretch>
            <a:fillRect/>
          </a:stretch>
        </p:blipFill>
        <p:spPr>
          <a:xfrm>
            <a:off x="182880" y="1761658"/>
            <a:ext cx="5303520" cy="1780202"/>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Trusted Advisor provides recommendations, not automation</a:t>
            </a:r>
          </a:p>
          <a:p>
            <a:pPr>
              <a:spcAft>
                <a:spcPts val="600"/>
              </a:spcAft>
              <a:defRPr sz="900">
                <a:solidFill>
                  <a:srgbClr val="263238"/>
                </a:solidFill>
                <a:latin typeface="Segoe UI"/>
              </a:defRPr>
            </a:pPr>
            <a:r>
              <a:t>• Requires manual intervention to act on findings</a:t>
            </a:r>
          </a:p>
          <a:p>
            <a:pPr>
              <a:spcAft>
                <a:spcPts val="600"/>
              </a:spcAft>
              <a:defRPr sz="900">
                <a:solidFill>
                  <a:srgbClr val="263238"/>
                </a:solidFill>
                <a:latin typeface="Segoe UI"/>
              </a:defRPr>
            </a:pPr>
            <a:r>
              <a:t>• Not real-time — periodic checks only</a:t>
            </a:r>
          </a:p>
          <a:p>
            <a:pPr>
              <a:spcAft>
                <a:spcPts val="600"/>
              </a:spcAft>
              <a:defRPr sz="900">
                <a:solidFill>
                  <a:srgbClr val="263238"/>
                </a:solidFill>
                <a:latin typeface="Segoe UI"/>
              </a:defRPr>
            </a:pPr>
            <a:r>
              <a:t>• Doesn't meet the 'automated solution' requirement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