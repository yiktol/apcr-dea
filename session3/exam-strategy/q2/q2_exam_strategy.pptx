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EMR Cost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company recently migrated a batch job to an Amazon EMR cluster that uses On-Demand Instances. The job is critical to operations with an SLA of 3 hours and takes an average of 2 hours to complete. The company wants to reduce costs while minimizing impact on availability.</a:t>
            </a:r>
            <a:br/>
            <a:br/>
            <a:r>
              <a:t>Which combination of steps should a data analytics specialist take? (Select TWO)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Amazon EMR to use instance fleets with a provisioning timeout for the core nodes.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Amazon EMR uniform instance groups.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Change the instance purchasing option for core nodes from On-Demand Instances to Spot Instances.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Spot Instances for the task nodes.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97680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Spot Instances for all node types in the cluster.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7" name="Picture 16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Configure Amazon EMR to use instance fleets with a provisioning timeout for the core nodes.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714236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Instance fleets allow mixing instance types for availability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Provisioning timeout ensures capacity is obtained within SLA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Diversifies across instance types to reduce interruption risk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Best practice for critical workloads needing cost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Configure Amazon EMR uniform instance groups.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64605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Uniform instance groups use single instance type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Less flexible — higher risk of capacity unavailability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provisioning timeout capability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Instance fleets are the better choice for cost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Change the instance purchasing option for core nodes from On-Demand Instances to Spot Instances.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743424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Core nodes store HDFS data — interruption causes data loss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Spot interruption on core nodes can fail the entire job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Critical workloads should keep core nodes on On-Demand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Risk to availability is too high for a 3-hour SLA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Spot Instances for the task nodes.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787483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Task nodes only process data — no HDFS storage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Spot interruption on task nodes doesn't lose data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Significant cost savings with minimal availability risk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Job continues on remaining nodes if Spot is reclaimed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Use Spot Instances for all node types in the cluster.</a:t>
            </a:r>
          </a:p>
        </p:txBody>
      </p:sp>
      <p:pic>
        <p:nvPicPr>
          <p:cNvPr id="5" name="Picture 4" descr="option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70626"/>
            <a:ext cx="5303520" cy="23622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Master node on Spot = cluster failure if interrupted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Core nodes on Spot = data loss risk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Too risky for a critical job with 3-hour SLA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Only task nodes are safe for Spot in critical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