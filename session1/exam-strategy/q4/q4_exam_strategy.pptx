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NFS Migration for Lambda</a:t>
            </a:r>
          </a:p>
        </p:txBody>
      </p:sp>
      <p:sp>
        <p:nvSpPr>
          <p:cNvPr id="4" name="TextBox 3"/>
          <p:cNvSpPr txBox="1"/>
          <p:nvPr/>
        </p:nvSpPr>
        <p:spPr>
          <a:xfrm>
            <a:off x="365760" y="731520"/>
            <a:ext cx="6583680" cy="1371600"/>
          </a:xfrm>
          <a:prstGeom prst="rect">
            <a:avLst/>
          </a:prstGeom>
          <a:noFill/>
        </p:spPr>
        <p:txBody>
          <a:bodyPr wrap="square">
            <a:spAutoFit/>
          </a:bodyPr>
          <a:lstStyle/>
          <a:p>
            <a:pPr>
              <a:spcAft>
                <a:spcPts val="400"/>
              </a:spcAft>
              <a:defRPr sz="1100">
                <a:solidFill>
                  <a:srgbClr val="FFFFFF"/>
                </a:solidFill>
                <a:latin typeface="Segoe UI"/>
              </a:defRPr>
            </a:pPr>
            <a:r>
              <a:t>A company has data in an on-premises NFS file share and plans to migrate to AWS. They use AWS Lambda functions to analyze the data and want to continue using NFS. The data must be shared across all concurrently running Lambda functions.</a:t>
            </a:r>
            <a:br/>
            <a:br/>
            <a:r>
              <a:t>Which solution should the company use?</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Migrate the data into the local storage for each Lambda function. Use the local storage for data access.</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Migrate the data to Amazon Elastic Block Store (Amazon EBS) volumes. Access the EBS volumes from the Lambda functions.</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Migrate the data to Amazon DynamoDB. Ensure the Lambda functions have permissions to access the table.</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Migrate the data to Amazon Elastic File System (Amazon EFS). Configure the Lambda functions to mount the file system.</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Migrate the data into the local storage for each Lambda function. Use the local storage for data access.</a:t>
            </a:r>
          </a:p>
        </p:txBody>
      </p:sp>
      <p:pic>
        <p:nvPicPr>
          <p:cNvPr id="5" name="Picture 4" descr="option_a_local_storage.png"/>
          <p:cNvPicPr>
            <a:picLocks noChangeAspect="1"/>
          </p:cNvPicPr>
          <p:nvPr/>
        </p:nvPicPr>
        <p:blipFill>
          <a:blip r:embed="rId2"/>
          <a:stretch>
            <a:fillRect/>
          </a:stretch>
        </p:blipFill>
        <p:spPr>
          <a:xfrm>
            <a:off x="182880" y="1508403"/>
            <a:ext cx="5303520" cy="2286712"/>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Lambda /tmp is ephemeral (max 10 GB)</a:t>
            </a:r>
          </a:p>
          <a:p>
            <a:pPr>
              <a:spcAft>
                <a:spcPts val="600"/>
              </a:spcAft>
              <a:defRPr sz="900">
                <a:solidFill>
                  <a:srgbClr val="263238"/>
                </a:solidFill>
                <a:latin typeface="Segoe UI"/>
              </a:defRPr>
            </a:pPr>
            <a:r>
              <a:t>• Isolated per invocation — no sharing possible</a:t>
            </a:r>
          </a:p>
          <a:p>
            <a:pPr>
              <a:spcAft>
                <a:spcPts val="600"/>
              </a:spcAft>
              <a:defRPr sz="900">
                <a:solidFill>
                  <a:srgbClr val="263238"/>
                </a:solidFill>
                <a:latin typeface="Segoe UI"/>
              </a:defRPr>
            </a:pPr>
            <a:r>
              <a:t>• Data lost when function execution 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Migrate the data to Amazon Elastic Block Store (Amazon EBS) volumes. Access the EBS volumes from the Lambda functions.</a:t>
            </a:r>
          </a:p>
        </p:txBody>
      </p:sp>
      <p:pic>
        <p:nvPicPr>
          <p:cNvPr id="5" name="Picture 4" descr="option_b_ebs.png"/>
          <p:cNvPicPr>
            <a:picLocks noChangeAspect="1"/>
          </p:cNvPicPr>
          <p:nvPr/>
        </p:nvPicPr>
        <p:blipFill>
          <a:blip r:embed="rId2"/>
          <a:stretch>
            <a:fillRect/>
          </a:stretch>
        </p:blipFill>
        <p:spPr>
          <a:xfrm>
            <a:off x="182880" y="1097280"/>
            <a:ext cx="3262824"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EBS can only attach to EC2 instances</a:t>
            </a:r>
          </a:p>
          <a:p>
            <a:pPr>
              <a:spcAft>
                <a:spcPts val="600"/>
              </a:spcAft>
              <a:defRPr sz="900">
                <a:solidFill>
                  <a:srgbClr val="263238"/>
                </a:solidFill>
                <a:latin typeface="Segoe UI"/>
              </a:defRPr>
            </a:pPr>
            <a:r>
              <a:t>• Lambda does not support EBS volume mounting</a:t>
            </a:r>
          </a:p>
          <a:p>
            <a:pPr>
              <a:spcAft>
                <a:spcPts val="600"/>
              </a:spcAft>
              <a:defRPr sz="900">
                <a:solidFill>
                  <a:srgbClr val="263238"/>
                </a:solidFill>
                <a:latin typeface="Segoe UI"/>
              </a:defRPr>
            </a:pPr>
            <a:r>
              <a:t>• Architecturally incompatible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Migrate the data to Amazon DynamoDB. Ensure the Lambda functions have permissions to access the table.</a:t>
            </a:r>
          </a:p>
        </p:txBody>
      </p:sp>
      <p:pic>
        <p:nvPicPr>
          <p:cNvPr id="5" name="Picture 4" descr="option_c_dynamodb.png"/>
          <p:cNvPicPr>
            <a:picLocks noChangeAspect="1"/>
          </p:cNvPicPr>
          <p:nvPr/>
        </p:nvPicPr>
        <p:blipFill>
          <a:blip r:embed="rId2"/>
          <a:stretch>
            <a:fillRect/>
          </a:stretch>
        </p:blipFill>
        <p:spPr>
          <a:xfrm>
            <a:off x="182880" y="1097280"/>
            <a:ext cx="3882805"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DynamoDB is a key-value database, not a file system</a:t>
            </a:r>
          </a:p>
          <a:p>
            <a:pPr>
              <a:spcAft>
                <a:spcPts val="600"/>
              </a:spcAft>
              <a:defRPr sz="900">
                <a:solidFill>
                  <a:srgbClr val="263238"/>
                </a:solidFill>
                <a:latin typeface="Segoe UI"/>
              </a:defRPr>
            </a:pPr>
            <a:r>
              <a:t>• Not NFS compatible — violates the requirement</a:t>
            </a:r>
          </a:p>
          <a:p>
            <a:pPr>
              <a:spcAft>
                <a:spcPts val="600"/>
              </a:spcAft>
              <a:defRPr sz="900">
                <a:solidFill>
                  <a:srgbClr val="263238"/>
                </a:solidFill>
                <a:latin typeface="Segoe UI"/>
              </a:defRPr>
            </a:pPr>
            <a:r>
              <a:t>• Would require complete application rewrite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Migrate the data to Amazon Elastic File System (Amazon EFS). Configure the Lambda functions to mount the file system.</a:t>
            </a:r>
          </a:p>
        </p:txBody>
      </p:sp>
      <p:pic>
        <p:nvPicPr>
          <p:cNvPr id="5" name="Picture 4" descr="option_d_efs.png"/>
          <p:cNvPicPr>
            <a:picLocks noChangeAspect="1"/>
          </p:cNvPicPr>
          <p:nvPr/>
        </p:nvPicPr>
        <p:blipFill>
          <a:blip r:embed="rId2"/>
          <a:stretch>
            <a:fillRect/>
          </a:stretch>
        </p:blipFill>
        <p:spPr>
          <a:xfrm>
            <a:off x="182880" y="1097280"/>
            <a:ext cx="2787121"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EFS provides NFS v4 compatible shared storage</a:t>
            </a:r>
          </a:p>
          <a:p>
            <a:pPr>
              <a:spcAft>
                <a:spcPts val="600"/>
              </a:spcAft>
              <a:defRPr sz="900">
                <a:solidFill>
                  <a:srgbClr val="263238"/>
                </a:solidFill>
                <a:latin typeface="Segoe UI"/>
              </a:defRPr>
            </a:pPr>
            <a:r>
              <a:t>• Lambda can mount EFS via VPC configuration</a:t>
            </a:r>
          </a:p>
          <a:p>
            <a:pPr>
              <a:spcAft>
                <a:spcPts val="600"/>
              </a:spcAft>
              <a:defRPr sz="900">
                <a:solidFill>
                  <a:srgbClr val="263238"/>
                </a:solidFill>
                <a:latin typeface="Segoe UI"/>
              </a:defRPr>
            </a:pPr>
            <a:r>
              <a:t>• All concurrent invocations access the same files</a:t>
            </a:r>
          </a:p>
          <a:p>
            <a:pPr>
              <a:spcAft>
                <a:spcPts val="600"/>
              </a:spcAft>
              <a:defRPr sz="900">
                <a:solidFill>
                  <a:srgbClr val="263238"/>
                </a:solidFill>
                <a:latin typeface="Segoe UI"/>
              </a:defRPr>
            </a:pPr>
            <a:r>
              <a:t>• Meets both NFS and shared access requirements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