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VPC Security for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A data engineer is designing a data processing pipeline that ingests sensitive customer data, processes it using EC2 instances in a VPC, and stores results in Amazon S3. The EC2 instances cannot be directly accessed from the internet.</a:t>
            </a:r>
            <a:br/>
            <a:br/>
            <a:r>
              <a:t>Which combination of VPC security features should be implemented?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public subnets for EC2 instances and rely solely on security groups to control access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Place EC2 instances in private subnets, use a NAT gateway for internet access, and implement security groups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VPC endpoints for S3 access and place EC2 instances in public subnets with restrictive NACLs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Implement VPC peering between multiple VPCs, each containing a different part of the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public subnets for EC2 instances and rely solely on security groups to control access</a:t>
            </a:r>
          </a:p>
        </p:txBody>
      </p:sp>
      <p:pic>
        <p:nvPicPr>
          <p:cNvPr id="5" name="Picture 4" descr="option_a_public_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382981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Public subnets assign public IPs to instances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Instances are directly reachable from the internet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Violates the core security requirement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Security groups alone are not defense-in-depth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Place EC2 instances in private subnets, use a NAT gateway for internet access, and implement security groups</a:t>
            </a:r>
          </a:p>
        </p:txBody>
      </p:sp>
      <p:pic>
        <p:nvPicPr>
          <p:cNvPr id="5" name="Picture 4" descr="option_b_private_n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799322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Private subnets have no internet gateway route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NAT gateway enables outbound-only connectivity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Security groups control instance-level traffic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Meets all stated security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Use VPC endpoints for S3 access and place EC2 instances in public subnets with restrictive NACLs</a:t>
            </a:r>
          </a:p>
        </p:txBody>
      </p:sp>
      <p:pic>
        <p:nvPicPr>
          <p:cNvPr id="5" name="Picture 4" descr="option_c_vpc_endpoints_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12516"/>
            <a:ext cx="5303520" cy="18784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VPC endpoints for S3 are good practice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BUT public subnets still expose instances to internet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NACLs are stateless and harder to manage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meet the 'no internet access' requirement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Implement VPC peering between multiple VPCs, each containing a different part of the pipeline</a:t>
            </a:r>
          </a:p>
        </p:txBody>
      </p:sp>
      <p:pic>
        <p:nvPicPr>
          <p:cNvPr id="5" name="Picture 4" descr="option_d_vpc_p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14720"/>
            <a:ext cx="5303520" cy="20740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VPC peering enables inter-VPC communication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address internet access prevention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Adds unnecessary architectural complexity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Over-engineered for a single-pipeline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