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Data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at a multinational corporation is designing a new data pipeline architecture. The company needs to consolidate data from multiple transactional databases, enable data analysis for business intelligence teams, and ensure the production databases' performance isn't impacted.</a:t>
            </a:r>
            <a:br/>
            <a:br/>
            <a:r>
              <a:t>What is the recommended approach?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Direct all analytics queries to the transactional databases to ensure real-time data access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Land data in a data lake, prepare it, then move selected data to a data warehouse for reporting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Store all data directly in the data warehouse and perform transformations during query runtime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Create separate data marts for each business unit without a centralized data warehouse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Direct all analytics queries to the transactional databases to ensure real-time data access</a:t>
            </a:r>
          </a:p>
        </p:txBody>
      </p:sp>
      <p:pic>
        <p:nvPicPr>
          <p:cNvPr id="5" name="Picture 4" descr="option_a_direct_qu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55" y="1303020"/>
            <a:ext cx="295432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Complex analytics queries degrade production DB performance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Violates the requirement to protect production workloads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separation between OLTP and OLAP concerns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Land data in a data lake, prepare it, then move selected data to a data warehouse for reporting</a:t>
            </a:r>
          </a:p>
        </p:txBody>
      </p:sp>
      <p:pic>
        <p:nvPicPr>
          <p:cNvPr id="5" name="Picture 4" descr="option_b_lake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68030"/>
            <a:ext cx="5303520" cy="23674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Separates analytics from production databases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S3 data lake provides flexible, scalable raw storage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Glue transforms data; Redshift serves fast BI queries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AWS recommended lake-to-warehouse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Store all data directly in the data warehouse and perform transformations during query runtime</a:t>
            </a:r>
          </a:p>
        </p:txBody>
      </p:sp>
      <p:pic>
        <p:nvPicPr>
          <p:cNvPr id="5" name="Picture 4" descr="option_c_direct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96438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data lake stage limits flexibility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Query-time transforms are expensive and slow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Raw data in warehouse increases storage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Create separate data marts for each business unit without a centralized data warehouse</a:t>
            </a:r>
          </a:p>
        </p:txBody>
      </p:sp>
      <p:pic>
        <p:nvPicPr>
          <p:cNvPr id="5" name="Picture 4" descr="option_d_data_m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2149881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Creates data silos across business units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Duplicate pipelines increase operational overhead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Cross-unit analysis becomes impossible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316</Words>
  <Application>Microsoft Macintosh PowerPoint</Application>
  <PresentationFormat>On-screen Show (16:9)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Tolentino</cp:lastModifiedBy>
  <cp:revision>2</cp:revision>
  <dcterms:created xsi:type="dcterms:W3CDTF">2013-01-27T09:14:16Z</dcterms:created>
  <dcterms:modified xsi:type="dcterms:W3CDTF">2026-06-15T03:11:06Z</dcterms:modified>
  <cp:category/>
</cp:coreProperties>
</file>