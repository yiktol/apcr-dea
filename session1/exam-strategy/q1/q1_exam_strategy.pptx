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B7993-74D6-F740-9B20-A126CA9070D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95CE3-1926-D943-ABEA-D8C93BDD0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36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95CE3-1926-D943-ABEA-D8C93BDD09B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62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B2A"/>
            </a:gs>
            <a:gs pos="100000">
              <a:srgbClr val="09121C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8E5"/>
                </a:solidFill>
                <a:latin typeface="Segoe UI"/>
              </a:defRPr>
            </a:pPr>
            <a:r>
              <a:t>Kinesis Throughput Exception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An Amazon Kinesis application is trying to read data from a Kinesis data stream. However, the read data call is rejected. The following error message is displayed: ProvisionedThroughputExceededException.</a:t>
            </a:r>
            <a:br/>
            <a:br/>
            <a:r>
              <a:t>Which combination of steps will resolve the error? (Select TWO)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176272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Configure enhanced fan-out on the stream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706624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Enable enhanced monitoring on the stream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236976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5526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Increase the size of the GetRecords requests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67328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5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Increase the number of shards within the stream to provide enough capacity for the read data calls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297680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1596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Make the application retry to read data from the stream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274320"/>
            <a:ext cx="1920240" cy="2103120"/>
          </a:xfrm>
          <a:prstGeom prst="round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0" y="36576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Segoe UI"/>
              </a:defRPr>
            </a:pPr>
            <a:r>
              <a:t>⏱ TIME</a:t>
            </a:r>
          </a:p>
        </p:txBody>
      </p:sp>
      <p:pic>
        <p:nvPicPr>
          <p:cNvPr id="17" name="Picture 16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4008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A: Configure enhanced fan-out on the stream</a:t>
            </a:r>
          </a:p>
        </p:txBody>
      </p:sp>
      <p:pic>
        <p:nvPicPr>
          <p:cNvPr id="5" name="Picture 4" descr="option_a_enhanced_fan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97280"/>
            <a:ext cx="3353119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Enhanced fan-out gives dedicated 2MB/s per consumer via HTTP/2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Doesn't fix the root cause: shard-level read limit exceeded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Only helps when multiple consumers compete for the same shard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B: Enable enhanced monitoring on the stream</a:t>
            </a:r>
          </a:p>
        </p:txBody>
      </p:sp>
      <p:pic>
        <p:nvPicPr>
          <p:cNvPr id="5" name="Picture 4" descr="option_b_enhanced_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3396745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Provides shard-level CloudWatch metrics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Observability tool only — doesn't increase throughput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Useful for diagnosis, not resolution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C: Increase the size of the GetRecords requests</a:t>
            </a:r>
          </a:p>
        </p:txBody>
      </p:sp>
      <p:pic>
        <p:nvPicPr>
          <p:cNvPr id="5" name="Picture 4" descr="option_c_larger_getrec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3010"/>
            <a:ext cx="5303520" cy="27374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Larger batch size retrieves more records per call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Does NOT increase the 2 MB/s per-shard read limit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May actually worsen throttling by consuming more bandwidth per request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D: Increase the number of shards within the stream to provide enough capacity for the read data calls</a:t>
            </a:r>
          </a:p>
        </p:txBody>
      </p:sp>
      <p:pic>
        <p:nvPicPr>
          <p:cNvPr id="5" name="Picture 4" descr="option_d_more_sh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459" y="1142999"/>
            <a:ext cx="1940118" cy="400919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Each shard provides 2 MB/s read throughput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More shards = higher aggregate read capacity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Directly addresses the throughput bottleneck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E: Make the application retry to read data from the stream</a:t>
            </a:r>
          </a:p>
        </p:txBody>
      </p:sp>
      <p:pic>
        <p:nvPicPr>
          <p:cNvPr id="5" name="Picture 4" descr="option_e_r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13876"/>
            <a:ext cx="5303520" cy="287576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Exponential backoff handles transient throttling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Exception may be temporary due to burst traffic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AWS SDK best practice for handling throughput errors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337</Words>
  <Application>Microsoft Macintosh PowerPoint</Application>
  <PresentationFormat>On-screen Show (16:9)</PresentationFormat>
  <Paragraphs>44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Eric Tolentino</cp:lastModifiedBy>
  <cp:revision>3</cp:revision>
  <dcterms:created xsi:type="dcterms:W3CDTF">2013-01-27T09:14:16Z</dcterms:created>
  <dcterms:modified xsi:type="dcterms:W3CDTF">2026-06-15T03:08:08Z</dcterms:modified>
  <cp:category/>
</cp:coreProperties>
</file>