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D1B2A"/>
            </a:gs>
            <a:gs pos="100000">
              <a:srgbClr val="09121C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594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88E5"/>
                </a:solidFill>
                <a:latin typeface="Segoe UI"/>
              </a:defRPr>
            </a:pPr>
            <a:r>
              <a:t>Kinesis Throughput Exception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6583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An Amazon Kinesis application is trying to read data from a Kinesis data stream. However, the read data call is rejected. The following error message is displayed: ProvisionedThroughputExceededException.</a:t>
            </a:r>
            <a:br/>
            <a:br/>
            <a:r>
              <a:t>Which combination of steps will resolve the error? (Select TWO)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2176272"/>
            <a:ext cx="292608" cy="29260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ECEFF1"/>
                </a:solidFill>
                <a:latin typeface="Segoe UI"/>
              </a:defRPr>
            </a:pPr>
            <a:r>
              <a:t>Configure enhanced fan-out on the stream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706624"/>
            <a:ext cx="292608" cy="29260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2491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ECEFF1"/>
                </a:solidFill>
                <a:latin typeface="Segoe UI"/>
              </a:defRPr>
            </a:pPr>
            <a:r>
              <a:t>Enable enhanced monitoring on the stream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3236976"/>
            <a:ext cx="292608" cy="29260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55264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ECEFF1"/>
                </a:solidFill>
                <a:latin typeface="Segoe UI"/>
              </a:defRPr>
            </a:pPr>
            <a:r>
              <a:t>Increase the size of the GetRecords requests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3767328"/>
            <a:ext cx="292608" cy="29260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85615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ECEFF1"/>
                </a:solidFill>
                <a:latin typeface="Segoe UI"/>
              </a:defRPr>
            </a:pPr>
            <a:r>
              <a:t>Increase the number of shards within the stream to provide enough capacity for the read data calls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4297680"/>
            <a:ext cx="292608" cy="29260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1596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ECEFF1"/>
                </a:solidFill>
                <a:latin typeface="Segoe UI"/>
              </a:defRPr>
            </a:pPr>
            <a:r>
              <a:t>Make the application retry to read data from the stream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274320"/>
            <a:ext cx="1920240" cy="2103120"/>
          </a:xfrm>
          <a:prstGeom prst="roundRect">
            <a:avLst/>
          </a:prstGeom>
          <a:solidFill>
            <a:srgbClr val="1A2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0" y="365760"/>
            <a:ext cx="173736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900" b="1">
                <a:solidFill>
                  <a:srgbClr val="00E676"/>
                </a:solidFill>
                <a:latin typeface="Segoe UI"/>
              </a:defRPr>
            </a:pPr>
            <a:r>
              <a:t>⏱ TIME</a:t>
            </a:r>
          </a:p>
        </p:txBody>
      </p:sp>
      <p:pic>
        <p:nvPicPr>
          <p:cNvPr id="17" name="Picture 16" descr="countdown_2mi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640080"/>
            <a:ext cx="155448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280160" cy="411480"/>
          </a:xfrm>
          <a:prstGeom prst="roundRect">
            <a:avLst/>
          </a:prstGeom>
          <a:solidFill>
            <a:srgbClr val="FF1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7360" y="137160"/>
            <a:ext cx="71323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A: Configure enhanced fan-out on the stream</a:t>
            </a:r>
          </a:p>
        </p:txBody>
      </p:sp>
      <p:pic>
        <p:nvPicPr>
          <p:cNvPr id="5" name="Picture 4" descr="option_a_enhanced_fan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3353119" cy="3108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91840" cy="3840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005840"/>
            <a:ext cx="54864" cy="384048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14300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150876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>
                <a:solidFill>
                  <a:srgbClr val="263238"/>
                </a:solidFill>
                <a:latin typeface="Segoe UI"/>
              </a:defRPr>
            </a:pPr>
            <a:r>
              <a:t>• Enhanced fan-out gives dedicated 2MB/s per consumer via HTTP/2</a:t>
            </a:r>
          </a:p>
          <a:p>
            <a:pPr>
              <a:spcAft>
                <a:spcPts val="600"/>
              </a:spcAft>
              <a:defRPr sz="900">
                <a:solidFill>
                  <a:srgbClr val="263238"/>
                </a:solidFill>
                <a:latin typeface="Segoe UI"/>
              </a:defRPr>
            </a:pPr>
            <a:r>
              <a:t>• Doesn't fix the root cause: shard-level read limit exceeded</a:t>
            </a:r>
          </a:p>
          <a:p>
            <a:pPr>
              <a:spcAft>
                <a:spcPts val="600"/>
              </a:spcAft>
              <a:defRPr sz="900">
                <a:solidFill>
                  <a:srgbClr val="263238"/>
                </a:solidFill>
                <a:latin typeface="Segoe UI"/>
              </a:defRPr>
            </a:pPr>
            <a:r>
              <a:t>• Only helps when multiple consumers compete for the same shard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280160" cy="411480"/>
          </a:xfrm>
          <a:prstGeom prst="roundRect">
            <a:avLst/>
          </a:prstGeom>
          <a:solidFill>
            <a:srgbClr val="FF1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7360" y="137160"/>
            <a:ext cx="71323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B: Enable enhanced monitoring on the stream</a:t>
            </a:r>
          </a:p>
        </p:txBody>
      </p:sp>
      <p:pic>
        <p:nvPicPr>
          <p:cNvPr id="5" name="Picture 4" descr="option_b_enhanced_monit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3396745" cy="3108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91840" cy="3840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005840"/>
            <a:ext cx="54864" cy="384048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14300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150876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>
                <a:solidFill>
                  <a:srgbClr val="263238"/>
                </a:solidFill>
                <a:latin typeface="Segoe UI"/>
              </a:defRPr>
            </a:pPr>
            <a:r>
              <a:t>• Provides shard-level CloudWatch metrics</a:t>
            </a:r>
          </a:p>
          <a:p>
            <a:pPr>
              <a:spcAft>
                <a:spcPts val="600"/>
              </a:spcAft>
              <a:defRPr sz="900">
                <a:solidFill>
                  <a:srgbClr val="263238"/>
                </a:solidFill>
                <a:latin typeface="Segoe UI"/>
              </a:defRPr>
            </a:pPr>
            <a:r>
              <a:t>• Observability tool only — doesn't increase throughput</a:t>
            </a:r>
          </a:p>
          <a:p>
            <a:pPr>
              <a:spcAft>
                <a:spcPts val="600"/>
              </a:spcAft>
              <a:defRPr sz="900">
                <a:solidFill>
                  <a:srgbClr val="263238"/>
                </a:solidFill>
                <a:latin typeface="Segoe UI"/>
              </a:defRPr>
            </a:pPr>
            <a:r>
              <a:t>• Useful for diagnosis, not resolution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280160" cy="411480"/>
          </a:xfrm>
          <a:prstGeom prst="roundRect">
            <a:avLst/>
          </a:prstGeom>
          <a:solidFill>
            <a:srgbClr val="FF1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7360" y="137160"/>
            <a:ext cx="71323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C: Increase the size of the GetRecords requests</a:t>
            </a:r>
          </a:p>
        </p:txBody>
      </p:sp>
      <p:pic>
        <p:nvPicPr>
          <p:cNvPr id="5" name="Picture 4" descr="option_c_larger_getrec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83010"/>
            <a:ext cx="5303520" cy="273749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91840" cy="3840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005840"/>
            <a:ext cx="54864" cy="384048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14300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150876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>
                <a:solidFill>
                  <a:srgbClr val="263238"/>
                </a:solidFill>
                <a:latin typeface="Segoe UI"/>
              </a:defRPr>
            </a:pPr>
            <a:r>
              <a:t>• Larger batch size retrieves more records per call</a:t>
            </a:r>
          </a:p>
          <a:p>
            <a:pPr>
              <a:spcAft>
                <a:spcPts val="600"/>
              </a:spcAft>
              <a:defRPr sz="900">
                <a:solidFill>
                  <a:srgbClr val="263238"/>
                </a:solidFill>
                <a:latin typeface="Segoe UI"/>
              </a:defRPr>
            </a:pPr>
            <a:r>
              <a:t>• Does NOT increase the 2 MB/s per-shard read limit</a:t>
            </a:r>
          </a:p>
          <a:p>
            <a:pPr>
              <a:spcAft>
                <a:spcPts val="600"/>
              </a:spcAft>
              <a:defRPr sz="900">
                <a:solidFill>
                  <a:srgbClr val="263238"/>
                </a:solidFill>
                <a:latin typeface="Segoe UI"/>
              </a:defRPr>
            </a:pPr>
            <a:r>
              <a:t>• May actually worsen throttling by consuming more bandwidth per request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280160" cy="411480"/>
          </a:xfrm>
          <a:prstGeom prst="roundRect">
            <a:avLst/>
          </a:prstGeom>
          <a:solidFill>
            <a:srgbClr val="00C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7360" y="137160"/>
            <a:ext cx="71323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D: Increase the number of shards within the stream to provide enough capacity for the read data calls</a:t>
            </a:r>
          </a:p>
        </p:txBody>
      </p:sp>
      <p:pic>
        <p:nvPicPr>
          <p:cNvPr id="5" name="Picture 4" descr="option_d_more_sh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504478" cy="3108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91840" cy="3840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005840"/>
            <a:ext cx="54864" cy="384048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14300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C853"/>
                </a:solidFill>
                <a:latin typeface="Segoe UI"/>
              </a:defRPr>
            </a:pPr>
            <a:r>
              <a:t>Why this is correct: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150876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>
                <a:solidFill>
                  <a:srgbClr val="263238"/>
                </a:solidFill>
                <a:latin typeface="Segoe UI"/>
              </a:defRPr>
            </a:pPr>
            <a:r>
              <a:t>• Each shard provides 2 MB/s read throughput</a:t>
            </a:r>
          </a:p>
          <a:p>
            <a:pPr>
              <a:spcAft>
                <a:spcPts val="600"/>
              </a:spcAft>
              <a:defRPr sz="900">
                <a:solidFill>
                  <a:srgbClr val="263238"/>
                </a:solidFill>
                <a:latin typeface="Segoe UI"/>
              </a:defRPr>
            </a:pPr>
            <a:r>
              <a:t>• More shards = higher aggregate read capacity</a:t>
            </a:r>
          </a:p>
          <a:p>
            <a:pPr>
              <a:spcAft>
                <a:spcPts val="600"/>
              </a:spcAft>
              <a:defRPr sz="900">
                <a:solidFill>
                  <a:srgbClr val="263238"/>
                </a:solidFill>
                <a:latin typeface="Segoe UI"/>
              </a:defRPr>
            </a:pPr>
            <a:r>
              <a:t>• Directly addresses the throughput bottleneck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280160" cy="411480"/>
          </a:xfrm>
          <a:prstGeom prst="roundRect">
            <a:avLst/>
          </a:prstGeom>
          <a:solidFill>
            <a:srgbClr val="00C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7360" y="137160"/>
            <a:ext cx="71323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E: Make the application retry to read data from the stream</a:t>
            </a:r>
          </a:p>
        </p:txBody>
      </p:sp>
      <p:pic>
        <p:nvPicPr>
          <p:cNvPr id="5" name="Picture 4" descr="option_e_r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13876"/>
            <a:ext cx="5303520" cy="287576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91840" cy="3840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005840"/>
            <a:ext cx="54864" cy="384048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14300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C853"/>
                </a:solidFill>
                <a:latin typeface="Segoe UI"/>
              </a:defRPr>
            </a:pPr>
            <a:r>
              <a:t>Why this is correct: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150876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>
                <a:solidFill>
                  <a:srgbClr val="263238"/>
                </a:solidFill>
                <a:latin typeface="Segoe UI"/>
              </a:defRPr>
            </a:pPr>
            <a:r>
              <a:t>• Exponential backoff handles transient throttling</a:t>
            </a:r>
          </a:p>
          <a:p>
            <a:pPr>
              <a:spcAft>
                <a:spcPts val="600"/>
              </a:spcAft>
              <a:defRPr sz="900">
                <a:solidFill>
                  <a:srgbClr val="263238"/>
                </a:solidFill>
                <a:latin typeface="Segoe UI"/>
              </a:defRPr>
            </a:pPr>
            <a:r>
              <a:t>• Exception may be temporary due to burst traffic</a:t>
            </a:r>
          </a:p>
          <a:p>
            <a:pPr>
              <a:spcAft>
                <a:spcPts val="600"/>
              </a:spcAft>
              <a:defRPr sz="900">
                <a:solidFill>
                  <a:srgbClr val="263238"/>
                </a:solidFill>
                <a:latin typeface="Segoe UI"/>
              </a:defRPr>
            </a:pPr>
            <a:r>
              <a:t>• AWS SDK best practice for handling throughput errors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