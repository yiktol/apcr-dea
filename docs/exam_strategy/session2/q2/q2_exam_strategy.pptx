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Redshift Cost Optimization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9900"/>
                </a:solidFill>
                <a:latin typeface="Calibri"/>
              </a:defRPr>
            </a:pPr>
            <a:r>
              <a:t>UNLOAD to S3  |  Parquet Format  |  Redshift Spectrum  |  Query Data Lake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840480"/>
            <a:ext cx="301752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5F5"/>
                </a:solidFill>
                <a:latin typeface="Calibri"/>
              </a:defRPr>
            </a:pPr>
            <a:r>
              <a:t>Exam Strategy  —  Question 2  —  Choose TWO correct answers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1247120" cy="6858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300" b="0">
                <a:solidFill>
                  <a:srgbClr val="212121"/>
                </a:solidFill>
                <a:latin typeface="Calibri"/>
              </a:defRPr>
            </a:pPr>
            <a:r>
              <a:t>A data engineer is tasked with optimizing the cost of a Redshift cluster by relocating data that is older than 6 months into Amazon S3. The goal is to store this data in a way that minimizes expenses while still allowing it to be easily queried and combined with data in the cluster for reporting and analytics purposes.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F3E"/>
                </a:solidFill>
                <a:latin typeface="Calibri"/>
              </a:defRPr>
            </a:pPr>
            <a:r>
              <a:t>Which combination of steps will provide an appropriate solution. (Choose two)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69848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017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Use the UNLOAD command to move data into S3 as JSON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685032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850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85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Use Redshift Federated Query to access the data in S3.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61104"/>
            <a:ext cx="1069848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352544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525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35254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Use the COPY command to move data into S3 as Parquet files.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28616"/>
            <a:ext cx="1069848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5020056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2005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02005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Use Redshift Spectrum to access the data in S3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596128"/>
            <a:ext cx="1069848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5687568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6875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6875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Use the UNLOAD command to move data into S3 as Parquet files.</a:t>
            </a:r>
          </a:p>
        </p:txBody>
      </p:sp>
      <p:pic>
        <p:nvPicPr>
          <p:cNvPr id="28" name="Picture 27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943600"/>
            <a:ext cx="228600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6858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47472"/>
            <a:ext cx="502920" cy="5029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UNLOAD to S3 as 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384048"/>
            <a:ext cx="192024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384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1060704"/>
            <a:ext cx="11219688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152144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152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152144"/>
            <a:ext cx="10213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Use the UNLOAD command to move data into S3 as JSON files</a:t>
            </a:r>
          </a:p>
        </p:txBody>
      </p:sp>
      <p:pic>
        <p:nvPicPr>
          <p:cNvPr id="14" name="Picture 13" descr="option_a_unload_j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694" y="1783080"/>
            <a:ext cx="6724131" cy="2971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4901184"/>
            <a:ext cx="11247120" cy="1773936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074920"/>
            <a:ext cx="54864" cy="1508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62828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03834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F3E"/>
                </a:solidFill>
                <a:latin typeface="Calibri"/>
              </a:defRPr>
            </a:pPr>
            <a:r>
              <a:t>Explanation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404104"/>
            <a:ext cx="1069848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UNLOAD is the correct command to export data from Redshift to S3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C62828"/>
                </a:solidFill>
                <a:latin typeface="Calibri"/>
              </a:rPr>
              <a:t>▶  </a:t>
            </a:r>
            <a:r>
              <a:rPr sz="1100" b="1">
                <a:solidFill>
                  <a:srgbClr val="C62828"/>
                </a:solidFill>
                <a:latin typeface="Calibri"/>
              </a:rPr>
              <a:t>JSON is a row-based format — not optimized for analytics or columnar queries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C62828"/>
                </a:solidFill>
                <a:latin typeface="Calibri"/>
              </a:rPr>
              <a:t>▶  </a:t>
            </a:r>
            <a:r>
              <a:rPr sz="1100" b="1">
                <a:solidFill>
                  <a:srgbClr val="C62828"/>
                </a:solidFill>
                <a:latin typeface="Calibri"/>
              </a:rPr>
              <a:t>Poor compression compared to Parquet — results in higher S3 storage costs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Full file scans required for queries — no column pruning or predicate pushdown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Parquet is the right format choice for cost-effective analytics on S3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6858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47472"/>
            <a:ext cx="502920" cy="5029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Redshift Federated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384048"/>
            <a:ext cx="192024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384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1060704"/>
            <a:ext cx="11219688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152144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152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152144"/>
            <a:ext cx="10213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Use Redshift Federated Query to access the data in S3.</a:t>
            </a:r>
          </a:p>
        </p:txBody>
      </p:sp>
      <p:pic>
        <p:nvPicPr>
          <p:cNvPr id="14" name="Picture 13" descr="option_b_federated_qu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772" y="1783080"/>
            <a:ext cx="3941975" cy="2971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4901184"/>
            <a:ext cx="11247120" cy="1773936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074920"/>
            <a:ext cx="54864" cy="1508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62828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03834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F3E"/>
                </a:solidFill>
                <a:latin typeface="Calibri"/>
              </a:defRPr>
            </a:pPr>
            <a:r>
              <a:t>Explanation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404104"/>
            <a:ext cx="1069848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Federated Query queries relational databases (RDS/Aurora PostgreSQL and MySQL)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C62828"/>
                </a:solidFill>
                <a:latin typeface="Calibri"/>
              </a:rPr>
              <a:t>▶  </a:t>
            </a:r>
            <a:r>
              <a:rPr sz="1100" b="1">
                <a:solidFill>
                  <a:srgbClr val="C62828"/>
                </a:solidFill>
                <a:latin typeface="Calibri"/>
              </a:rPr>
              <a:t>Does NOT support querying data in Amazon S3 — wrong service for this use case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C62828"/>
                </a:solidFill>
                <a:latin typeface="Calibri"/>
              </a:rPr>
              <a:t>▶  </a:t>
            </a:r>
            <a:r>
              <a:rPr sz="1100" b="1">
                <a:solidFill>
                  <a:srgbClr val="C62828"/>
                </a:solidFill>
                <a:latin typeface="Calibri"/>
              </a:rPr>
              <a:t>Redshift Spectrum is the correct feature for querying S3 data via SQL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Federated Query is designed for live joins with operational databases, not data lakes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6858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47472"/>
            <a:ext cx="502920" cy="5029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COPY Command to S3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384048"/>
            <a:ext cx="192024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384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1060704"/>
            <a:ext cx="11219688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152144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152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152144"/>
            <a:ext cx="10213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Use the COPY command to move data into S3 as Parquet files.</a:t>
            </a:r>
          </a:p>
        </p:txBody>
      </p:sp>
      <p:pic>
        <p:nvPicPr>
          <p:cNvPr id="14" name="Picture 13" descr="option_c_copy_to_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632" y="1783080"/>
            <a:ext cx="7084256" cy="2971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4901184"/>
            <a:ext cx="11247120" cy="1773936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074920"/>
            <a:ext cx="54864" cy="1508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62828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03834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F3E"/>
                </a:solidFill>
                <a:latin typeface="Calibri"/>
              </a:defRPr>
            </a:pPr>
            <a:r>
              <a:t>Explanation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404104"/>
            <a:ext cx="1069848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C62828"/>
                </a:solidFill>
                <a:latin typeface="Calibri"/>
              </a:rPr>
              <a:t>▶  </a:t>
            </a:r>
            <a:r>
              <a:rPr sz="1100" b="1">
                <a:solidFill>
                  <a:srgbClr val="C62828"/>
                </a:solidFill>
                <a:latin typeface="Calibri"/>
              </a:rPr>
              <a:t>COPY loads data INTO Redshift from S3 — the direction is S3 to Redshift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C62828"/>
                </a:solidFill>
                <a:latin typeface="Calibri"/>
              </a:rPr>
              <a:t>▶  </a:t>
            </a:r>
            <a:r>
              <a:rPr sz="1100" b="1">
                <a:solidFill>
                  <a:srgbClr val="C62828"/>
                </a:solidFill>
                <a:latin typeface="Calibri"/>
              </a:rPr>
              <a:t>Cannot be used to export data from Redshift to S3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UNLOAD is the correct command for exporting data OUT of Redshift to S3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Common exam trap: confusing COPY (inbound) with UNLOAD (outbound)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6858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47472"/>
            <a:ext cx="50292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UNLOAD to S3 as Parquet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384048"/>
            <a:ext cx="192024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384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CORRECT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1060704"/>
            <a:ext cx="11219688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152144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152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152144"/>
            <a:ext cx="10213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Use Redshift Spectrum to access the data in S3</a:t>
            </a:r>
          </a:p>
        </p:txBody>
      </p:sp>
      <p:pic>
        <p:nvPicPr>
          <p:cNvPr id="14" name="Picture 13" descr="option_d_unload_parqu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232" y="1783080"/>
            <a:ext cx="6365055" cy="2971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4901184"/>
            <a:ext cx="11247120" cy="1773936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074920"/>
            <a:ext cx="54864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03834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F3E"/>
                </a:solidFill>
                <a:latin typeface="Calibri"/>
              </a:defRPr>
            </a:pPr>
            <a:r>
              <a:t>Explanation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404104"/>
            <a:ext cx="1069848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UNLOAD exports query results from Redshift to S3 — correct command direction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2E7D32"/>
                </a:solidFill>
                <a:latin typeface="Calibri"/>
              </a:rPr>
              <a:t>▶  </a:t>
            </a:r>
            <a:r>
              <a:rPr sz="1100" b="1">
                <a:solidFill>
                  <a:srgbClr val="2E7D32"/>
                </a:solidFill>
                <a:latin typeface="Calibri"/>
              </a:rPr>
              <a:t>Parquet is columnar — optimized for analytics with column pruning and predicate pushdown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2E7D32"/>
                </a:solidFill>
                <a:latin typeface="Calibri"/>
              </a:rPr>
              <a:t>▶  </a:t>
            </a:r>
            <a:r>
              <a:rPr sz="1100" b="1">
                <a:solidFill>
                  <a:srgbClr val="2E7D32"/>
                </a:solidFill>
                <a:latin typeface="Calibri"/>
              </a:rPr>
              <a:t>Built-in compression reduces S3 storage costs — key for the cost optimization goal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Supports PARTITION BY for organized, efficient data layout in S3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Self-describing schema embedded in files — no external schema management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6858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47472"/>
            <a:ext cx="50292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Redshift Spectrum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384048"/>
            <a:ext cx="192024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384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CORRECT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1060704"/>
            <a:ext cx="11219688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152144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152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152144"/>
            <a:ext cx="10213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Use the UNLOAD command to move data into S3 as Parquet files.</a:t>
            </a:r>
          </a:p>
        </p:txBody>
      </p:sp>
      <p:pic>
        <p:nvPicPr>
          <p:cNvPr id="14" name="Picture 13" descr="option_e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622" y="1783080"/>
            <a:ext cx="4988276" cy="2971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4901184"/>
            <a:ext cx="11247120" cy="1773936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074920"/>
            <a:ext cx="54864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03834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F3E"/>
                </a:solidFill>
                <a:latin typeface="Calibri"/>
              </a:defRPr>
            </a:pPr>
            <a:r>
              <a:t>Explanation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404104"/>
            <a:ext cx="1069848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2E7D32"/>
                </a:solidFill>
                <a:latin typeface="Calibri"/>
              </a:rPr>
              <a:t>▶  </a:t>
            </a:r>
            <a:r>
              <a:rPr sz="1100" b="1">
                <a:solidFill>
                  <a:srgbClr val="2E7D32"/>
                </a:solidFill>
                <a:latin typeface="Calibri"/>
              </a:rPr>
              <a:t>Queries data directly in S3 using SQL — no need to load it back into Redshift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2E7D32"/>
                </a:solidFill>
                <a:latin typeface="Calibri"/>
              </a:rPr>
              <a:t>▶  </a:t>
            </a:r>
            <a:r>
              <a:rPr sz="1100" b="1">
                <a:solidFill>
                  <a:srgbClr val="2E7D32"/>
                </a:solidFill>
                <a:latin typeface="Calibri"/>
              </a:rPr>
              <a:t>Allows JOINs between S3 external tables and local Redshift tables for reporting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Massively parallel Spectrum workers scan S3 data independently of cluster compute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Keeps historical data in cost-effective S3 while maintaining full query capability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Uses AWS Glue Data Catalog or Hive metastore for external table definitions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ANSWER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188720"/>
            <a:ext cx="265176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2C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783080"/>
            <a:ext cx="45720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UNLOAD as 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810512"/>
            <a:ext cx="1554480" cy="4114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81051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Calibri"/>
              </a:defRPr>
            </a:pPr>
            <a:r>
              <a:t>UNLOAD is correct command, but JSON is row-based — not optimized for analytics.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3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2697480"/>
            <a:ext cx="45720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651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Federated Query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724912"/>
            <a:ext cx="1554480" cy="4114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72491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517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Calibri"/>
              </a:defRPr>
            </a:pPr>
            <a:r>
              <a:t>Queries RDS/Aurora databases, not S3 — wrong service for data lake access.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2C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3611880"/>
            <a:ext cx="45720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566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COPY to S3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3639312"/>
            <a:ext cx="1554480" cy="4114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63931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5661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Calibri"/>
              </a:defRPr>
            </a:pPr>
            <a:r>
              <a:t>COPY loads data INTO Redshift from S3 — cannot export data out to S3.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3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4526280"/>
            <a:ext cx="45720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526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480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UNLOAD as Parquet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4553712"/>
            <a:ext cx="1554480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455371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CORRECT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4805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Calibri"/>
              </a:defRPr>
            </a:pPr>
            <a:r>
              <a:t>UNLOAD exports to S3; Parquet is columnar, compressed — ideal for cost + analytics.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2C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4400" y="5440680"/>
            <a:ext cx="45720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440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5394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Redshift Spectrum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0" y="5468112"/>
            <a:ext cx="1554480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0" y="546811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CORRECT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3949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Calibri"/>
              </a:defRPr>
            </a:pPr>
            <a:r>
              <a:t>Queries S3 data via SQL, JOINs with local tables — no reload needed.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6309360"/>
            <a:ext cx="7589520" cy="4114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0" y="630936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32F3E"/>
                </a:solidFill>
                <a:latin typeface="Calibri"/>
              </a:defRPr>
            </a:pPr>
            <a:r>
              <a:t>Correct Answers:  D (UNLOAD as Parquet)  +  E (Redshift Spectrum)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