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Data Lake Integration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9900"/>
                </a:solidFill>
                <a:latin typeface="Calibri"/>
              </a:defRPr>
            </a:pPr>
            <a:r>
              <a:t>S3 Data Lake  |  AWS Glue  |  Athena  |  Redshift  |  Hive  |  QuickSight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840480"/>
            <a:ext cx="301752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5F5"/>
                </a:solidFill>
                <a:latin typeface="Calibri"/>
              </a:defRPr>
            </a:pPr>
            <a:r>
              <a:t>Exam Strategy  —  Question 3  —  LEAST operational overhead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300" b="0">
                <a:solidFill>
                  <a:srgbClr val="212121"/>
                </a:solidFill>
                <a:latin typeface="Calibri"/>
              </a:defRPr>
            </a:pPr>
            <a:r>
              <a:t>A financial services company maintains a vast and secure data lake built on Amazon S3. They analyze this data using a diverse set of tools, namely Apache Hive, Amazon Athena, Amazon Redshift, and Amazon QuickSight. The company has tasked you with identifying a solution to integrate the data lake and the above tools used by the engineering 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What solution accomplishes this with the LEAST amount of operational overhead?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69848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17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Use AWS Glue to catalog the data and make it accessible to all the analysis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685032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8503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85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Directly connect each analysis tool to Amazon S3, configuring each tool individually.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61104"/>
            <a:ext cx="1069848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43525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525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35254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Export data from Amazon S3 to an Amazon EC2 instance and use it as a central analysis server.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928616"/>
            <a:ext cx="10698480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5020056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005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02005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Upload copies of the data to each analysis tool separately.</a:t>
            </a:r>
          </a:p>
        </p:txBody>
      </p:sp>
      <p:pic>
        <p:nvPicPr>
          <p:cNvPr id="24" name="Picture 23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228600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AWS Glue Data Catalog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Use AWS Glue to catalog the data and make it accessible to all the analysis tools.</a:t>
            </a:r>
          </a:p>
        </p:txBody>
      </p:sp>
      <p:pic>
        <p:nvPicPr>
          <p:cNvPr id="14" name="Picture 13" descr="option_a_glue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740" y="1783080"/>
            <a:ext cx="8170040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Glue crawlers auto-discover schema from S3 and populate a centralized metadata catalog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2E7D32"/>
                </a:solidFill>
                <a:latin typeface="Calibri"/>
              </a:rPr>
              <a:t>▶  </a:t>
            </a:r>
            <a:r>
              <a:rPr sz="1100" b="1">
                <a:solidFill>
                  <a:srgbClr val="2E7D32"/>
                </a:solidFill>
                <a:latin typeface="Calibri"/>
              </a:rPr>
              <a:t>Single catalog shared by Athena, Redshift Spectrum, Hive, and QuickSight — zero duplication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2E7D32"/>
                </a:solidFill>
                <a:latin typeface="Calibri"/>
              </a:rPr>
              <a:t>▶  </a:t>
            </a:r>
            <a:r>
              <a:rPr sz="1100" b="1">
                <a:solidFill>
                  <a:srgbClr val="2E7D32"/>
                </a:solidFill>
                <a:latin typeface="Calibri"/>
              </a:rPr>
              <a:t>Fully serverless — no infrastructure to manage, patch, or scale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Schema changes propagate automatically to all tools via the shared catalog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Drop-in replacement for Apache Hive metastore — native integration with all listed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Direct S3 Connection per 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Directly connect each analysis tool to Amazon S3, configuring each tool individually.</a:t>
            </a:r>
          </a:p>
        </p:txBody>
      </p:sp>
      <p:pic>
        <p:nvPicPr>
          <p:cNvPr id="14" name="Picture 13" descr="option_b_direct_conn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648" y="1783080"/>
            <a:ext cx="4306224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Each tool must define its own schema, table definitions, and IAM access independently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Significant operational overhead — schema must be maintained separately in every tool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No shared metadata catalog — risk of schema drift and inconsistencies across tools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Any schema change requires updating configuration in all four tools manually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EC2 Central Analysis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Export data from Amazon S3 to an Amazon EC2 instance and use it as a central analysis server.</a:t>
            </a:r>
          </a:p>
        </p:txBody>
      </p:sp>
      <p:pic>
        <p:nvPicPr>
          <p:cNvPr id="14" name="Picture 13" descr="option_c_ec2_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913" y="1783080"/>
            <a:ext cx="4411693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Requires managing EC2 instances: OS patching, scaling, storage, backups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Adds unnecessary infrastructure overhead — the opposite of LEAST operational overhead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Data must be copied from S3 to EC2 storage — transfer cost and staleness risk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AWS Glue provides the same centralization benefit as a fully managed serverless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11247120" cy="68580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347472"/>
            <a:ext cx="502920" cy="5029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474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747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Upload Copies to Each 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384048"/>
            <a:ext cx="192024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38404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1060704"/>
            <a:ext cx="11219688" cy="59436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" y="1152144"/>
            <a:ext cx="411480" cy="41148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1152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" y="1152144"/>
            <a:ext cx="10213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121"/>
                </a:solidFill>
                <a:latin typeface="Calibri"/>
              </a:defRPr>
            </a:pPr>
            <a:r>
              <a:t>Upload copies of the data to each analysis tool separately.</a:t>
            </a:r>
          </a:p>
        </p:txBody>
      </p:sp>
      <p:pic>
        <p:nvPicPr>
          <p:cNvPr id="14" name="Picture 13" descr="option_d_copy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494" y="1783080"/>
            <a:ext cx="4228531" cy="29718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4901184"/>
            <a:ext cx="11247120" cy="1773936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5074920"/>
            <a:ext cx="54864" cy="15087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03834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0E0"/>
                </a:solidFill>
                <a:latin typeface="Calibri"/>
              </a:defRPr>
            </a:pPr>
            <a:r>
              <a:t>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5038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Calibri"/>
              </a:defRPr>
            </a:pPr>
            <a: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04104"/>
            <a:ext cx="1069848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Creates 4 separate copies of the data — massive storage cost increase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Data duplication leads to inconsistencies when source data changes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900" b="1">
                <a:solidFill>
                  <a:srgbClr val="C62828"/>
                </a:solidFill>
                <a:latin typeface="Calibri"/>
              </a:rPr>
              <a:t>▶  </a:t>
            </a:r>
            <a:r>
              <a:rPr sz="1100" b="1">
                <a:solidFill>
                  <a:srgbClr val="C62828"/>
                </a:solidFill>
                <a:latin typeface="Calibri"/>
              </a:rPr>
              <a:t>Must build and maintain 4 separate sync pipelines — highest operational overhead</a:t>
            </a:r>
          </a:p>
          <a:p>
            <a:pPr>
              <a:lnSpc>
                <a:spcPts val="1800"/>
              </a:lnSpc>
              <a:defRPr>
                <a:latin typeface="Calibri"/>
              </a:defRPr>
            </a:pPr>
            <a:r>
              <a:rPr sz="1100">
                <a:solidFill>
                  <a:srgbClr val="757575"/>
                </a:solidFill>
                <a:latin typeface="Calibri"/>
              </a:rPr>
              <a:t>•  </a:t>
            </a:r>
            <a:r>
              <a:rPr sz="1100" b="0">
                <a:solidFill>
                  <a:srgbClr val="212121"/>
                </a:solidFill>
                <a:latin typeface="Calibri"/>
              </a:rPr>
              <a:t>Completely unnecessary when Glue Catalog lets all tools query the same S3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188720"/>
            <a:ext cx="265176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2C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457200" cy="4572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AWS Glue Data Catalog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810512"/>
            <a:ext cx="1554480" cy="4114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81051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CORRECT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Serverless, centralized catalog — all tools share one metadata source with zero infra overhead.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97480"/>
            <a:ext cx="10698480" cy="777240"/>
          </a:xfrm>
          <a:prstGeom prst="roundRect">
            <a:avLst/>
          </a:prstGeom>
          <a:solidFill>
            <a:srgbClr val="3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834640"/>
            <a:ext cx="4572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788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Direct S3 per Tool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862072"/>
            <a:ext cx="155448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8620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8892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Each tool configured separately — duplicate schema effort, drift risk, high maintenance.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40"/>
            <a:ext cx="10698480" cy="777240"/>
          </a:xfrm>
          <a:prstGeom prst="roundRect">
            <a:avLst/>
          </a:prstGeom>
          <a:solidFill>
            <a:srgbClr val="2C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3886200"/>
            <a:ext cx="4572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840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EC2 Analysis Server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3913632"/>
            <a:ext cx="155448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91363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404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Self-managed EC2 — OS patching, scaling, data copy overhead. Opposite of least overhead.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800600"/>
            <a:ext cx="10698480" cy="777240"/>
          </a:xfrm>
          <a:prstGeom prst="roundRect">
            <a:avLst/>
          </a:prstGeom>
          <a:solidFill>
            <a:srgbClr val="3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937760"/>
            <a:ext cx="457200" cy="45720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Copy Data to Each Tool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4965192"/>
            <a:ext cx="1554480" cy="4114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49651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INCORRECT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89204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5F5"/>
                </a:solidFill>
                <a:latin typeface="Calibri"/>
              </a:defRPr>
            </a:pPr>
            <a:r>
              <a:t>4x data duplication — storage cost, inconsistency, 4 sync pipelines to maintain.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6309360"/>
            <a:ext cx="5760720" cy="4114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630936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32F3E"/>
                </a:solidFill>
                <a:latin typeface="Calibri"/>
              </a:defRPr>
            </a:pPr>
            <a:r>
              <a:t>Correct Answer:  A (AWS Glue Data Catalog)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