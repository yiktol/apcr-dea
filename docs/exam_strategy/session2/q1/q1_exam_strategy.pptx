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AWS Data Migration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9900"/>
                </a:solidFill>
                <a:latin typeface="Calibri"/>
              </a:defRPr>
            </a:pPr>
            <a:r>
              <a:t>Hybrid Environment  |  5 PB Historical  |  3 TB/month Ongoing  |  Amazon S3 + Redshift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Exam Strategy  —  Question 1  —  Select TWO correct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>
                <a:solidFill>
                  <a:srgbClr val="212121"/>
                </a:solidFill>
                <a:latin typeface="Calibri"/>
              </a:defRPr>
            </a:pPr>
            <a:r>
              <a:t>Your customer is an enterprise sized business in the telecommunications industry. They are looking to setup a hybrid environment and intend to utilize AWS Redshift for querying a dataset comprising 5 PB of historical cell phone usage data. They have an ongoing data accumulation rate of 3 TB per month. The requirement is for the new incoming monthly data to be accessible for querying with less than a two-day delay. You are responsible for determining the most efficient method to transfer this data into Amazon S3.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Which combination of steps will provide an appropriate solution? (Select TWO)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127248"/>
            <a:ext cx="438912" cy="438912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0896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Leverage AWS Direct Connect for both the initial bulk transfer of historical data and the ongoing monthly data transfers, ensuring consistent network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858768"/>
            <a:ext cx="438912" cy="438912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8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Implement AWS DataSync for continuous synchronization of the 3 TB monthly data to Amazon S3, maintaining the required freshness of less than two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590288"/>
            <a:ext cx="438912" cy="438912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02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Configure Amazon S3 Transfer Acceleration for the ongoing 3 TB monthly data uploads to minimize transfer times and meet the delay requirements.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321808"/>
            <a:ext cx="438912" cy="438912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218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0352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AWS Snowball for the initial migration of the 5 PB of historical data to Amazon S3, ensuring a fast and secure data transfer method for large datasets.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6053328"/>
            <a:ext cx="438912" cy="438912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53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603504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Directly upload the ongoing 3 TB of data each month via the Internet using the AWS CLI or SDKs, relying on your existing internet bandwidth.</a:t>
            </a:r>
          </a:p>
        </p:txBody>
      </p:sp>
      <p:pic>
        <p:nvPicPr>
          <p:cNvPr id="28" name="Picture 27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22860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AWS Direct Connect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Leverage AWS Direct Connect for both the initial bulk transfer of historical data and the ongoing monthly data transfers, ensuring consistent network performance.</a:t>
            </a:r>
          </a:p>
        </p:txBody>
      </p:sp>
      <p:pic>
        <p:nvPicPr>
          <p:cNvPr id="14" name="Picture 13" descr="option_a_direct_conn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9000"/>
            <a:ext cx="11247120" cy="26399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Provides a dedicated 1-400 Gbps private network connection to AWS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Primarily designed for low-latency hybrid access, not bulk data migration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Snowball and DataSync are purpose-built for the 5 PB bulk and 3 TB/month recurring requirements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Requires physical cross-connect setup at a colocation facility — adds weeks of lead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AWS DataSync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Implement AWS DataSync for continuous synchronization of the 3 TB monthly data to Amazon S3, maintaining the required freshness of less than two days.</a:t>
            </a:r>
          </a:p>
        </p:txBody>
      </p:sp>
      <p:pic>
        <p:nvPicPr>
          <p:cNvPr id="14" name="Picture 13" descr="option_b_data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80493"/>
            <a:ext cx="11247120" cy="21769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Transfers data from on-premises (NFS/SMB/HDFS) to Amazon S3 or EFS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Supports continuous synchronization with built-in scheduling — ideal for 3 TB/month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Purpose-built protocol delivers up to 10 Gbps per task with TLS encryption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Meets the &lt; 2-day freshness requirement through automated, recurring transfers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Includes in-transit and at-rest integrity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S3 Transfer Acceleration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Configure Amazon S3 Transfer Acceleration for the ongoing 3 TB monthly data uploads to minimize transfer times and meet the delay requirements.</a:t>
            </a:r>
          </a:p>
        </p:txBody>
      </p:sp>
      <p:pic>
        <p:nvPicPr>
          <p:cNvPr id="14" name="Picture 13" descr="option_c_transfer_accel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11680"/>
            <a:ext cx="11247120" cy="1714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Speeds up uploads by routing data through 50+ CloudFront edge locations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No built-in scheduling or incremental sync — must be managed manually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DataSync is better suited for continuous synchronization and the &lt; 2-day SLA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Best for: geographically distant, ad-hoc large uploads — not recurring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AWS Snowball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AWS Snowball for the initial migration of the 5 PB of historical data to Amazon S3, ensuring a fast and secure data transfer method for large datasets.</a:t>
            </a:r>
          </a:p>
        </p:txBody>
      </p:sp>
      <p:pic>
        <p:nvPicPr>
          <p:cNvPr id="14" name="Picture 13" descr="option_d_snow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355" y="1783080"/>
            <a:ext cx="8766810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Physical storage devices (~210 TB each) shipped to your data center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Optimized for large, one-time migrations — 5 PB is a perfect use case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Physical transfer bypasses all network bottlenecks — faster than any link at PB scale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256-bit encryption with tamper-resistant enclosure and TPM chip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AWS handles shipping, S3 import, and device sanitization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Direct Internet Upload (CLI/SDK)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Directly upload the ongoing 3 TB of data each month via the Internet using the AWS CLI or SDKs, relying on your existing internet bandwidth.</a:t>
            </a:r>
          </a:p>
        </p:txBody>
      </p:sp>
      <p:pic>
        <p:nvPicPr>
          <p:cNvPr id="14" name="Picture 13" descr="option_e_direct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845" y="1783080"/>
            <a:ext cx="6647829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Relies entirely on existing internet bandwidth — often limited for enterprises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No transfer optimization, compression, or automatic retry on failure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At 100 Mbps, 3 TB takes ~2.8 days — exceeds the &lt; 2-day SLA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DataSync provides scheduling, integrity checks, and optimized throughput natively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26517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AWS Direct Connect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1051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105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Dedicated private link — not optimized for bulk PB migration or scheduled recurring sync.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697480"/>
            <a:ext cx="457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AWS DataSync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724912"/>
            <a:ext cx="155448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7249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Scheduled sync with purpose-built protocol (10 Gbps), integrity checks — ideal for 3 TB/month.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61188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S3 Transfer Acceleration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63931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6393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66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Edge-routed uploads — no built-in scheduling or incremental sync capability.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526280"/>
            <a:ext cx="457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480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AWS Snowball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553712"/>
            <a:ext cx="155448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5537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80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Physical devices (~210 TB each) — fastest and most practical for 5 PB one-time migration.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544068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394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Direct Upload (CLI/SDK)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546811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54681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3949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Public internet — unreliable, no optimization, 100 Mbps would take ~2.8 days exceeding SLA.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6309360"/>
            <a:ext cx="758952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630936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Calibri"/>
              </a:defRPr>
            </a:pPr>
            <a:r>
              <a:t>Correct Answers:  B (DataSync for 3 TB/month)  +  D (Snowball for 5 PB historical)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