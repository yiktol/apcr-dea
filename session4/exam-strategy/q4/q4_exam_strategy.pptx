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09121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Redshift Data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Your company operates a large e-commerce platform with multiple Redshift data warehouses. The marketing team needs read access to specific data sets for personalized recommendations without compromising security. Data must be up-to-date and consistent across all regions.</a:t>
            </a:r>
            <a:br/>
            <a:br/>
            <a:r>
              <a:t>Which approach would you recommend?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Create a separate Redshift cluster and export data from existing clusters to the new cluster for the marketing team.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Grant the marketing team's IAM roles access to existing Redshift clusters with specific SQL permissions.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Have the marketing team spin up a new Redshift cluster and use Amazon Redshift data sharing to securely share data across clusters.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67328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Export data from Redshift to S3 using UNLOAD. Have the marketing team query S3 using Amazon Athena.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74320"/>
            <a:ext cx="19202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657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Create a separate Redshift cluster and export data from existing clusters to the new cluster for the marketing team.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42808"/>
            <a:ext cx="5303520" cy="301790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Requires data export/import — not real-time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Data becomes stale immediately after export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Duplicate storage costs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Doesn't maintain consistency across regions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Grant the marketing team's IAM roles access to existing Redshift clusters with specific SQL permissions.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125958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Direct access to production clusters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Marketing queries may impact production workloads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No workload isolation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Violates security and governance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Have the marketing team spin up a new Redshift cluster and use Amazon Redshift data sharing to securely share data across clusters.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993810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Data sharing provides live, read-only access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No data copying — always up-to-date and consistent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Workload isolation — separate compute for marketing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Granular access control at schema/table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Export data from Redshift to S3 using UNLOAD. Have the marketing team query S3 using Amazon Athena.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92189"/>
            <a:ext cx="5303520" cy="211914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Data in S3 becomes stale after UNLOAD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Requires ongoing sync pipeline to maintain freshness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Athena query performance differs from Redshift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Additional operational overhead for pipeline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