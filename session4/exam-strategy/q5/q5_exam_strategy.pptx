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Credential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company runs a cloud-based application in EC2 backed by RDS for Microsoft SQL Server. The application stores confidential information. The company wants to eliminate the risk of credential exposure.</a:t>
            </a:r>
            <a:br/>
            <a:br/>
            <a:r>
              <a:t>Which solution will meet this requirement?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AWS IAM database authentication to configure authentication to the RDS for Microsoft SQL Server database.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AWS Systems Manager Parameter Store to store credentials. Configure automatic rotation every 30 days.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AWS Security Token Service (AWS STS) to configure authentication to the RDS for Microsoft SQL Server database.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AWS Secrets Manager to store the credentials. Configure automatic rotation every 30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Use AWS IAM database authentication to configure authentication to the RDS for Microsoft SQL Server database.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29814"/>
            <a:ext cx="5303520" cy="26438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IAM database auth is NOT supported for SQL Server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Only works with MySQL, PostgreSQL, and MariaDB on RDS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Cannot be used for this specific database engine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Common exam trap — know which engines support IAM auth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Use AWS Systems Manager Parameter Store to store credentials. Configure automatic rotation every 30 days.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22901"/>
            <a:ext cx="5303520" cy="20577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Parameter Store can store credentials securely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 NOT have built-in automatic rotation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Rotation requires custom Lambda implementation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More operational overhead than Secrets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Use AWS Security Token Service (AWS STS) to configure authentication to the RDS for Microsoft SQL Server database.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331389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STS provides temporary security credentials for AWS services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Cannot directly authenticate to RDS databases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Designed for assuming IAM roles, not DB authentication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Wrong service for database credential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Use AWS Secrets Manager to store the credentials. Configure automatic rotation every 30 days.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87014"/>
            <a:ext cx="5303520" cy="19294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Secrets Manager is purpose-built for credential management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Native automatic rotation for RDS databases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Supports SQL Server credential rotation out of the box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Eliminates credential exposure with zero custom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