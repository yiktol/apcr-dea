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S3 Object 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data engineering team is building a real-time data processing pipeline where application logs stored in S3 need to be filtered and compressed using a custom algorithm before being delivered to downstream applications. The team wants to maintain the standard S3 API interface while adding this transformation capability.</a:t>
            </a:r>
            <a:br/>
            <a:br/>
            <a:r>
              <a:t>Which solution would best meet these requirements?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Amazon Athena with custom SQL queries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Implement client-side filtering with the S3 GET API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Configure S3 Object Lambda with a custom transformation function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Amazon EMR with Apache Spark for data transformation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Amazon Athena with custom SQL queries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61769"/>
            <a:ext cx="5303520" cy="19799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Athena is for ad-hoc analytics, not real-time transformation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maintain standard S3 API interface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Not designed for per-request data transformation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Adds query overhead for simple filtering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Implement client-side filtering with the S3 GET API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6815"/>
            <a:ext cx="5303520" cy="30098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all clients to implement filtering logic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Transfers full objects before filtering — wasteful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maintain transparent S3 API interface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Pushes complexity to every downstream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Configure S3 Object Lambda with a custom transformation function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40997"/>
            <a:ext cx="5303520" cy="24215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Transforms data on-the-fly during S3 GET requests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Maintains standard S3 API — transparent to clients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Custom Lambda function applies filtering + compression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Purpose-built for this exact use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Use Amazon EMR with Apache Spark for data transformation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139868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EMR is for batch processing, not per-request transforms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cluster management — high overhead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maintain S3 API interface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Over-engineered for filtering and compression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