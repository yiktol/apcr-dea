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S3 Dual-Layer Encryption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healthcare company needs enhanced security for storing sensitive patient data in S3. Compliance requires multiple layers of encryption for all data at rest. The engineer wants to enforce dual-layer encryption for all objects uploaded to an S3 bucket.</a:t>
            </a:r>
            <a:br/>
            <a:br/>
            <a:r>
              <a:t>Which combination of services and configurations would meet these requirements?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SSE-S3 encryption with S3 Bucket Keys enabled.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client-side encryption with AWS KMS keys before uploading to S3.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Implement DSSE-KMS encryption using AWS KMS keys in the same region as the bucket.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Enable both SSE-KMS and SSE-S3 encryption on the bucket simultaneously.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Configure SSE-S3 encryption with S3 Bucket Keys enabled.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43012"/>
            <a:ext cx="5303520" cy="28174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SSE-S3 is single-layer encryption only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Bucket Keys optimize KMS costs but don't add layers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meet dual-layer encryption requirement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Only one encryption layer applied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Use client-side encryption with AWS KMS keys before uploading to S3.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16521"/>
            <a:ext cx="5303520" cy="20704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Client-side + server-side could provide two layers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But this is client-side only — not enforced at bucket level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enforce via bucket policy alone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Operational overhead managing client-side encryption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Implement DSSE-KMS encryption using AWS KMS keys in the same region as the bucket.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97435"/>
            <a:ext cx="5303520" cy="25086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DSSE-KMS is purpose-built dual-layer server-side encryption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Two independent layers of encryption applied automatically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KMS keys in same region required for DSSE-KMS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 be enforced via bucket policy — meets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Enable both SSE-KMS and SSE-S3 encryption on the bucket simultaneously.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235671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S3 doesn't support enabling two SSE types simultaneously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Must choose one server-side encryption method per object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This configuration is not technically possible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Invalid approach — S3 rejects conflicting encryption settings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