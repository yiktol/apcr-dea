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Redshift Encryption Modification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data engineer needs to enable encryption on an existing unencrypted Redshift cluster using RA3 nodes. The cluster processes critical financial data 24/7. They need to minimize downtime and maintain query capabilities during encryption.</a:t>
            </a:r>
            <a:br/>
            <a:br/>
            <a:r>
              <a:t>Which statement accurately describes the capabilities for this encryption modification?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The cluster must be completely stopped during encryption, and no queries can be run until the process is complete.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Only read queries can be executed during the encryption process, and write operations must be suspended.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Both read and write queries can continue during encryption with RA3 nodes, but elastic resize should be performed after encryption starts.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Both read and write queries can continue during encryption with RA3 nodes, but elastic resize should be performed before encryption starts.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The cluster must be completely stopped during encryption, and no queries can be run until the process is complete.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840796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RA3 nodes support in-place encryption without stopping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Cluster remains fully operational during encryption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downtime required for RA3 node types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This was true for older node types, not RA3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Only read queries can be executed during the encryption process, and write operations must be suspended.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840796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RA3 supports both read AND write during encryption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need to suspend write operations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Full query capability is maintained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Overly restrictive — doesn't reflect RA3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Both read and write queries can continue during encryption with RA3 nodes, but elastic resize should be performed after encryption starts.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59736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Read and write continuing is correct for RA3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But elastic resize AFTER encryption causes issues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Resize during encryption can conflict with the process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Resize should be done BEFORE to avoid complications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Both read and write queries can continue during encryption with RA3 nodes, but elastic resize should be performed before encryption starts.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1168"/>
            <a:ext cx="5303520" cy="22011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RA3 nodes support full read/write during encryption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Elastic resize before encryption avoids conflicts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Encryption process runs in background on RA3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Best practice: resize first, then enable encryption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