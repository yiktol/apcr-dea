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09121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Lake Formation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 retail company manages a data lake with sensitive customer data. They use complex IAM roles and S3 bucket policies for access. They're experiencing challenges with permission management, especially column-level access for different analyst groups.</a:t>
            </a:r>
            <a:br/>
            <a:br/>
            <a:r>
              <a:t>Which solution would best address their needs following AWS best practices?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76272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Create additional IAM roles with specific S3 bucket policies for each analyst group.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Implement AWS Lake Formation to manage permissions on Data Catalog resources and underlying S3 data.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36976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552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AWS Secrets Manager to store access credentials for different analyst groups.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67328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Configure VPC endpoints with custom route tables for controlled access to S3 buckets.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74320"/>
            <a:ext cx="1920240" cy="2103120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6576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5" name="Picture 14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4008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Create additional IAM roles with specific S3 bucket policies for each analyst group.</a:t>
            </a:r>
          </a:p>
        </p:txBody>
      </p:sp>
      <p:pic>
        <p:nvPicPr>
          <p:cNvPr id="5" name="Picture 4" descr="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2129149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More IAM roles adds to existing complexity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S3 bucket policies cannot provide column-level access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Doesn't simplify — makes the problem worse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IAM + bucket policies is what they're trying to move away from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Implement AWS Lake Formation to manage permissions on Data Catalog resources and underlying S3 data.</a:t>
            </a:r>
          </a:p>
        </p:txBody>
      </p:sp>
      <p:pic>
        <p:nvPicPr>
          <p:cNvPr id="5" name="Picture 4" descr="opti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3707149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Lake Formation provides centralized permission management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Supports column-level and row-level access control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Simplifies complex IAM/S3 policy combinations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AWS recommended approach for data lake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Use AWS Secrets Manager to store access credentials for different analyst groups.</a:t>
            </a:r>
          </a:p>
        </p:txBody>
      </p:sp>
      <p:pic>
        <p:nvPicPr>
          <p:cNvPr id="5" name="Picture 4" descr="opti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3513377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Secrets Manager stores credentials, not access policies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Doesn't provide column-level access control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Wrong tool — designed for secrets, not authorization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Doesn't address the permission management challenge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Configure VPC endpoints with custom route tables for controlled access to S3 buckets.</a:t>
            </a:r>
          </a:p>
        </p:txBody>
      </p:sp>
      <p:pic>
        <p:nvPicPr>
          <p:cNvPr id="5" name="Picture 4" descr="optio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74795"/>
            <a:ext cx="5303520" cy="19539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VPC endpoints control network path, not data access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Cannot provide column-level permissions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Route tables don't filter data content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Addresses network security, not data authorization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