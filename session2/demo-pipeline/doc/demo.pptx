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10" r:id="rId5"/>
  </p:sldMasterIdLst>
  <p:notesMasterIdLst>
    <p:notesMasterId r:id="rId12"/>
  </p:notesMasterIdLst>
  <p:handoutMasterIdLst>
    <p:handoutMasterId r:id="rId13"/>
  </p:handoutMasterIdLst>
  <p:sldIdLst>
    <p:sldId id="2181" r:id="rId6"/>
    <p:sldId id="2182" r:id="rId7"/>
    <p:sldId id="2183" r:id="rId8"/>
    <p:sldId id="2184" r:id="rId9"/>
    <p:sldId id="2185" r:id="rId10"/>
    <p:sldId id="2186" r:id="rId11"/>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0" userDrawn="1">
          <p15:clr>
            <a:srgbClr val="A4A3A4"/>
          </p15:clr>
        </p15:guide>
        <p15:guide id="2" pos="5568" userDrawn="1">
          <p15:clr>
            <a:srgbClr val="A4A3A4"/>
          </p15:clr>
        </p15:guide>
        <p15:guide id="3" pos="3744" userDrawn="1">
          <p15:clr>
            <a:srgbClr val="A4A3A4"/>
          </p15:clr>
        </p15:guide>
        <p15:guide id="4" orient="horz" pos="3792"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 name="Cleber Castellani" initials="CC" lastIdx="38" clrIdx="6">
    <p:extLst>
      <p:ext uri="{19B8F6BF-5375-455C-9EA6-DF929625EA0E}">
        <p15:presenceInfo xmlns:p15="http://schemas.microsoft.com/office/powerpoint/2012/main" userId="Cleber Castellani" providerId="None"/>
      </p:ext>
    </p:extLst>
  </p:cmAuthor>
  <p:cmAuthor id="8" name="Bowen, Martha" initials="BM" lastIdx="115" clrIdx="0">
    <p:extLst>
      <p:ext uri="{19B8F6BF-5375-455C-9EA6-DF929625EA0E}">
        <p15:presenceInfo xmlns:p15="http://schemas.microsoft.com/office/powerpoint/2012/main" userId="S-1-5-21-1407069837-2091007605-538272213-32310525" providerId="AD"/>
      </p:ext>
    </p:extLst>
  </p:cmAuthor>
  <p:cmAuthor id="15" name="Neal, Dave" initials="ND" lastIdx="86" clrIdx="7">
    <p:extLst>
      <p:ext uri="{19B8F6BF-5375-455C-9EA6-DF929625EA0E}">
        <p15:presenceInfo xmlns:p15="http://schemas.microsoft.com/office/powerpoint/2012/main" userId="S-1-5-21-1407069837-2091007605-538272213-35653178" providerId="AD"/>
      </p:ext>
    </p:extLst>
  </p:cmAuthor>
  <p:cmAuthor id="9" name="Stading, Katrina" initials="SK" lastIdx="1" clrIdx="1">
    <p:extLst>
      <p:ext uri="{19B8F6BF-5375-455C-9EA6-DF929625EA0E}">
        <p15:presenceInfo xmlns:p15="http://schemas.microsoft.com/office/powerpoint/2012/main" userId="S-1-5-21-1407069837-2091007605-538272213-31813507" providerId="AD"/>
      </p:ext>
    </p:extLst>
  </p:cmAuthor>
  <p:cmAuthor id="16" name="Kabik, Gabriel" initials="KG" lastIdx="18" clrIdx="8">
    <p:extLst>
      <p:ext uri="{19B8F6BF-5375-455C-9EA6-DF929625EA0E}">
        <p15:presenceInfo xmlns:p15="http://schemas.microsoft.com/office/powerpoint/2012/main" userId="Kabik, Gabriel" providerId="None"/>
      </p:ext>
    </p:extLst>
  </p:cmAuthor>
  <p:cmAuthor id="10" name="Dupart, Kirsten" initials="DK" lastIdx="4" clrIdx="2">
    <p:extLst>
      <p:ext uri="{19B8F6BF-5375-455C-9EA6-DF929625EA0E}">
        <p15:presenceInfo xmlns:p15="http://schemas.microsoft.com/office/powerpoint/2012/main" userId="S-1-5-21-1407069837-2091007605-538272213-25490262" providerId="AD"/>
      </p:ext>
    </p:extLst>
  </p:cmAuthor>
  <p:cmAuthor id="17" name="Metzger, Michelle" initials="MM" lastIdx="29" clrIdx="9">
    <p:extLst>
      <p:ext uri="{19B8F6BF-5375-455C-9EA6-DF929625EA0E}">
        <p15:presenceInfo xmlns:p15="http://schemas.microsoft.com/office/powerpoint/2012/main" userId="Metzger, Michelle" providerId="None"/>
      </p:ext>
    </p:extLst>
  </p:cmAuthor>
  <p:cmAuthor id="11" name="Brannon, Brooke" initials="BB" lastIdx="2" clrIdx="3">
    <p:extLst>
      <p:ext uri="{19B8F6BF-5375-455C-9EA6-DF929625EA0E}">
        <p15:presenceInfo xmlns:p15="http://schemas.microsoft.com/office/powerpoint/2012/main" userId="S-1-5-21-1407069837-2091007605-538272213-28211697" providerId="AD"/>
      </p:ext>
    </p:extLst>
  </p:cmAuthor>
  <p:cmAuthor id="18" name="Craig, Gary [C]" initials="CG[" lastIdx="16" clrIdx="10">
    <p:extLst>
      <p:ext uri="{19B8F6BF-5375-455C-9EA6-DF929625EA0E}">
        <p15:presenceInfo xmlns:p15="http://schemas.microsoft.com/office/powerpoint/2012/main" userId="S-1-5-21-1407069837-2091007605-538272213-50578669" providerId="AD"/>
      </p:ext>
    </p:extLst>
  </p:cmAuthor>
  <p:cmAuthor id="12" name="Magnus, JoEllen" initials="MJ" lastIdx="58" clrIdx="4">
    <p:extLst>
      <p:ext uri="{19B8F6BF-5375-455C-9EA6-DF929625EA0E}">
        <p15:presenceInfo xmlns:p15="http://schemas.microsoft.com/office/powerpoint/2012/main" userId="S-1-5-21-1407069837-2091007605-538272213-214655" providerId="AD"/>
      </p:ext>
    </p:extLst>
  </p:cmAuthor>
  <p:cmAuthor id="19" name="Nadine Bell" initials="NB" lastIdx="44" clrIdx="11">
    <p:extLst>
      <p:ext uri="{19B8F6BF-5375-455C-9EA6-DF929625EA0E}">
        <p15:presenceInfo xmlns:p15="http://schemas.microsoft.com/office/powerpoint/2012/main" userId="S::Nadine.Bell@pulselearning.com::dab4fb53-2385-44df-8f97-cd028fa71511" providerId="AD"/>
      </p:ext>
    </p:extLst>
  </p:cmAuthor>
  <p:cmAuthor id="13" name="Microsoft Office User" initials="MOU" lastIdx="4" clrIdx="5">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FFFFFF"/>
    <a:srgbClr val="36C2B3"/>
    <a:srgbClr val="232F3E"/>
    <a:srgbClr val="E5EAF0"/>
    <a:srgbClr val="F2F2F2"/>
    <a:srgbClr val="E7F5FD"/>
    <a:srgbClr val="D2F4FD"/>
    <a:srgbClr val="0432FF"/>
    <a:srgbClr val="008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73" autoAdjust="0"/>
    <p:restoredTop sz="76986" autoAdjust="0"/>
  </p:normalViewPr>
  <p:slideViewPr>
    <p:cSldViewPr snapToGrid="0" snapToObjects="1" showGuides="1">
      <p:cViewPr varScale="1">
        <p:scale>
          <a:sx n="96" d="100"/>
          <a:sy n="96" d="100"/>
        </p:scale>
        <p:origin x="1464" y="176"/>
      </p:cViewPr>
      <p:guideLst>
        <p:guide orient="horz" pos="2400"/>
        <p:guide pos="5568"/>
        <p:guide pos="3744"/>
        <p:guide orient="horz" pos="3792"/>
      </p:guideLst>
    </p:cSldViewPr>
  </p:slideViewPr>
  <p:outlineViewPr>
    <p:cViewPr>
      <p:scale>
        <a:sx n="33" d="100"/>
        <a:sy n="33" d="100"/>
      </p:scale>
      <p:origin x="0" y="-306"/>
    </p:cViewPr>
  </p:outlineViewPr>
  <p:notesTextViewPr>
    <p:cViewPr>
      <p:scale>
        <a:sx n="99" d="100"/>
        <a:sy n="99" d="100"/>
      </p:scale>
      <p:origin x="0" y="0"/>
    </p:cViewPr>
  </p:notesTextViewPr>
  <p:sorterViewPr>
    <p:cViewPr>
      <p:scale>
        <a:sx n="1" d="1"/>
        <a:sy n="1" d="1"/>
      </p:scale>
      <p:origin x="0" y="0"/>
    </p:cViewPr>
  </p:sorterViewPr>
  <p:notesViewPr>
    <p:cSldViewPr snapToGrid="0" snapToObjects="1" showGuides="1">
      <p:cViewPr>
        <p:scale>
          <a:sx n="75" d="100"/>
          <a:sy n="75" d="100"/>
        </p:scale>
        <p:origin x="2100" y="-5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Tolentino" userId="115626d80094435f" providerId="LiveId" clId="{3C4F976F-075A-46FF-AE23-4BC0B919B032}"/>
    <pc:docChg chg="delSld">
      <pc:chgData name="Eric Tolentino" userId="115626d80094435f" providerId="LiveId" clId="{3C4F976F-075A-46FF-AE23-4BC0B919B032}" dt="2023-11-22T12:04:15.876" v="0" actId="47"/>
      <pc:docMkLst>
        <pc:docMk/>
      </pc:docMkLst>
      <pc:sldChg chg="del">
        <pc:chgData name="Eric Tolentino" userId="115626d80094435f" providerId="LiveId" clId="{3C4F976F-075A-46FF-AE23-4BC0B919B032}" dt="2023-11-22T12:04:15.876" v="0" actId="47"/>
        <pc:sldMkLst>
          <pc:docMk/>
          <pc:sldMk cId="613630034" sldId="2187"/>
        </pc:sldMkLst>
      </pc:sldChg>
    </pc:docChg>
  </pc:docChgLst>
  <pc:docChgLst>
    <pc:chgData name="Eric Tolentino" userId="115626d80094435f" providerId="LiveId" clId="{E7C12128-4D3E-4F6D-94B3-00BF3390A574}"/>
    <pc:docChg chg="undo custSel addSld delSld modSld sldOrd delSection modSection">
      <pc:chgData name="Eric Tolentino" userId="115626d80094435f" providerId="LiveId" clId="{E7C12128-4D3E-4F6D-94B3-00BF3390A574}" dt="2023-08-14T03:44:38.369" v="707" actId="478"/>
      <pc:docMkLst>
        <pc:docMk/>
      </pc:docMkLst>
      <pc:sldChg chg="del">
        <pc:chgData name="Eric Tolentino" userId="115626d80094435f" providerId="LiveId" clId="{E7C12128-4D3E-4F6D-94B3-00BF3390A574}" dt="2023-08-14T00:48:16.468" v="0" actId="47"/>
        <pc:sldMkLst>
          <pc:docMk/>
          <pc:sldMk cId="1917295827" sldId="257"/>
        </pc:sldMkLst>
      </pc:sldChg>
      <pc:sldChg chg="del">
        <pc:chgData name="Eric Tolentino" userId="115626d80094435f" providerId="LiveId" clId="{E7C12128-4D3E-4F6D-94B3-00BF3390A574}" dt="2023-08-14T00:48:16.468" v="0" actId="47"/>
        <pc:sldMkLst>
          <pc:docMk/>
          <pc:sldMk cId="2399159327" sldId="258"/>
        </pc:sldMkLst>
      </pc:sldChg>
      <pc:sldChg chg="del">
        <pc:chgData name="Eric Tolentino" userId="115626d80094435f" providerId="LiveId" clId="{E7C12128-4D3E-4F6D-94B3-00BF3390A574}" dt="2023-08-14T00:48:43.630" v="5" actId="47"/>
        <pc:sldMkLst>
          <pc:docMk/>
          <pc:sldMk cId="1487135264" sldId="262"/>
        </pc:sldMkLst>
      </pc:sldChg>
      <pc:sldChg chg="del">
        <pc:chgData name="Eric Tolentino" userId="115626d80094435f" providerId="LiveId" clId="{E7C12128-4D3E-4F6D-94B3-00BF3390A574}" dt="2023-08-14T00:49:03.673" v="8" actId="47"/>
        <pc:sldMkLst>
          <pc:docMk/>
          <pc:sldMk cId="1943433272" sldId="269"/>
        </pc:sldMkLst>
      </pc:sldChg>
      <pc:sldChg chg="del">
        <pc:chgData name="Eric Tolentino" userId="115626d80094435f" providerId="LiveId" clId="{E7C12128-4D3E-4F6D-94B3-00BF3390A574}" dt="2023-08-14T00:49:03.673" v="8" actId="47"/>
        <pc:sldMkLst>
          <pc:docMk/>
          <pc:sldMk cId="3802211372" sldId="291"/>
        </pc:sldMkLst>
      </pc:sldChg>
      <pc:sldChg chg="del">
        <pc:chgData name="Eric Tolentino" userId="115626d80094435f" providerId="LiveId" clId="{E7C12128-4D3E-4F6D-94B3-00BF3390A574}" dt="2023-08-14T00:48:16.468" v="0" actId="47"/>
        <pc:sldMkLst>
          <pc:docMk/>
          <pc:sldMk cId="1302076920" sldId="301"/>
        </pc:sldMkLst>
      </pc:sldChg>
      <pc:sldChg chg="add del">
        <pc:chgData name="Eric Tolentino" userId="115626d80094435f" providerId="LiveId" clId="{E7C12128-4D3E-4F6D-94B3-00BF3390A574}" dt="2023-08-14T00:48:38.613" v="4" actId="47"/>
        <pc:sldMkLst>
          <pc:docMk/>
          <pc:sldMk cId="2411540132" sldId="359"/>
        </pc:sldMkLst>
      </pc:sldChg>
      <pc:sldChg chg="del">
        <pc:chgData name="Eric Tolentino" userId="115626d80094435f" providerId="LiveId" clId="{E7C12128-4D3E-4F6D-94B3-00BF3390A574}" dt="2023-08-14T00:48:43.630" v="5" actId="47"/>
        <pc:sldMkLst>
          <pc:docMk/>
          <pc:sldMk cId="1187719417" sldId="1611"/>
        </pc:sldMkLst>
      </pc:sldChg>
      <pc:sldChg chg="add del">
        <pc:chgData name="Eric Tolentino" userId="115626d80094435f" providerId="LiveId" clId="{E7C12128-4D3E-4F6D-94B3-00BF3390A574}" dt="2023-08-14T00:48:38.613" v="4" actId="47"/>
        <pc:sldMkLst>
          <pc:docMk/>
          <pc:sldMk cId="3731941274" sldId="1635"/>
        </pc:sldMkLst>
      </pc:sldChg>
      <pc:sldChg chg="add del">
        <pc:chgData name="Eric Tolentino" userId="115626d80094435f" providerId="LiveId" clId="{E7C12128-4D3E-4F6D-94B3-00BF3390A574}" dt="2023-08-14T00:48:38.613" v="4" actId="47"/>
        <pc:sldMkLst>
          <pc:docMk/>
          <pc:sldMk cId="92706038" sldId="1651"/>
        </pc:sldMkLst>
      </pc:sldChg>
      <pc:sldChg chg="del">
        <pc:chgData name="Eric Tolentino" userId="115626d80094435f" providerId="LiveId" clId="{E7C12128-4D3E-4F6D-94B3-00BF3390A574}" dt="2023-08-14T00:48:43.630" v="5" actId="47"/>
        <pc:sldMkLst>
          <pc:docMk/>
          <pc:sldMk cId="558038976" sldId="1654"/>
        </pc:sldMkLst>
      </pc:sldChg>
      <pc:sldChg chg="del">
        <pc:chgData name="Eric Tolentino" userId="115626d80094435f" providerId="LiveId" clId="{E7C12128-4D3E-4F6D-94B3-00BF3390A574}" dt="2023-08-14T00:48:49.346" v="6" actId="47"/>
        <pc:sldMkLst>
          <pc:docMk/>
          <pc:sldMk cId="1844650206" sldId="1659"/>
        </pc:sldMkLst>
      </pc:sldChg>
      <pc:sldChg chg="del">
        <pc:chgData name="Eric Tolentino" userId="115626d80094435f" providerId="LiveId" clId="{E7C12128-4D3E-4F6D-94B3-00BF3390A574}" dt="2023-08-14T00:48:49.346" v="6" actId="47"/>
        <pc:sldMkLst>
          <pc:docMk/>
          <pc:sldMk cId="4153053896" sldId="1660"/>
        </pc:sldMkLst>
      </pc:sldChg>
      <pc:sldChg chg="del">
        <pc:chgData name="Eric Tolentino" userId="115626d80094435f" providerId="LiveId" clId="{E7C12128-4D3E-4F6D-94B3-00BF3390A574}" dt="2023-08-14T00:48:49.346" v="6" actId="47"/>
        <pc:sldMkLst>
          <pc:docMk/>
          <pc:sldMk cId="1118447437" sldId="1663"/>
        </pc:sldMkLst>
      </pc:sldChg>
      <pc:sldChg chg="del">
        <pc:chgData name="Eric Tolentino" userId="115626d80094435f" providerId="LiveId" clId="{E7C12128-4D3E-4F6D-94B3-00BF3390A574}" dt="2023-08-14T00:49:03.673" v="8" actId="47"/>
        <pc:sldMkLst>
          <pc:docMk/>
          <pc:sldMk cId="2679961772" sldId="1669"/>
        </pc:sldMkLst>
      </pc:sldChg>
      <pc:sldChg chg="del">
        <pc:chgData name="Eric Tolentino" userId="115626d80094435f" providerId="LiveId" clId="{E7C12128-4D3E-4F6D-94B3-00BF3390A574}" dt="2023-08-14T00:49:03.673" v="8" actId="47"/>
        <pc:sldMkLst>
          <pc:docMk/>
          <pc:sldMk cId="128392913" sldId="1670"/>
        </pc:sldMkLst>
      </pc:sldChg>
      <pc:sldChg chg="del">
        <pc:chgData name="Eric Tolentino" userId="115626d80094435f" providerId="LiveId" clId="{E7C12128-4D3E-4F6D-94B3-00BF3390A574}" dt="2023-08-14T00:49:03.673" v="8" actId="47"/>
        <pc:sldMkLst>
          <pc:docMk/>
          <pc:sldMk cId="925701765" sldId="1671"/>
        </pc:sldMkLst>
      </pc:sldChg>
      <pc:sldChg chg="del">
        <pc:chgData name="Eric Tolentino" userId="115626d80094435f" providerId="LiveId" clId="{E7C12128-4D3E-4F6D-94B3-00BF3390A574}" dt="2023-08-14T00:49:03.673" v="8" actId="47"/>
        <pc:sldMkLst>
          <pc:docMk/>
          <pc:sldMk cId="24573649" sldId="1672"/>
        </pc:sldMkLst>
      </pc:sldChg>
      <pc:sldChg chg="del">
        <pc:chgData name="Eric Tolentino" userId="115626d80094435f" providerId="LiveId" clId="{E7C12128-4D3E-4F6D-94B3-00BF3390A574}" dt="2023-08-14T00:49:03.673" v="8" actId="47"/>
        <pc:sldMkLst>
          <pc:docMk/>
          <pc:sldMk cId="3194445499" sldId="1676"/>
        </pc:sldMkLst>
      </pc:sldChg>
      <pc:sldChg chg="del">
        <pc:chgData name="Eric Tolentino" userId="115626d80094435f" providerId="LiveId" clId="{E7C12128-4D3E-4F6D-94B3-00BF3390A574}" dt="2023-08-14T00:49:03.673" v="8" actId="47"/>
        <pc:sldMkLst>
          <pc:docMk/>
          <pc:sldMk cId="1343327192" sldId="1677"/>
        </pc:sldMkLst>
      </pc:sldChg>
      <pc:sldChg chg="del">
        <pc:chgData name="Eric Tolentino" userId="115626d80094435f" providerId="LiveId" clId="{E7C12128-4D3E-4F6D-94B3-00BF3390A574}" dt="2023-08-14T00:49:03.673" v="8" actId="47"/>
        <pc:sldMkLst>
          <pc:docMk/>
          <pc:sldMk cId="2833215049" sldId="1678"/>
        </pc:sldMkLst>
      </pc:sldChg>
      <pc:sldChg chg="del">
        <pc:chgData name="Eric Tolentino" userId="115626d80094435f" providerId="LiveId" clId="{E7C12128-4D3E-4F6D-94B3-00BF3390A574}" dt="2023-08-14T00:48:56.068" v="7" actId="47"/>
        <pc:sldMkLst>
          <pc:docMk/>
          <pc:sldMk cId="1959102664" sldId="1682"/>
        </pc:sldMkLst>
      </pc:sldChg>
      <pc:sldChg chg="del">
        <pc:chgData name="Eric Tolentino" userId="115626d80094435f" providerId="LiveId" clId="{E7C12128-4D3E-4F6D-94B3-00BF3390A574}" dt="2023-08-14T00:48:49.346" v="6" actId="47"/>
        <pc:sldMkLst>
          <pc:docMk/>
          <pc:sldMk cId="826140304" sldId="1691"/>
        </pc:sldMkLst>
      </pc:sldChg>
      <pc:sldChg chg="add del">
        <pc:chgData name="Eric Tolentino" userId="115626d80094435f" providerId="LiveId" clId="{E7C12128-4D3E-4F6D-94B3-00BF3390A574}" dt="2023-08-14T00:48:38.613" v="4" actId="47"/>
        <pc:sldMkLst>
          <pc:docMk/>
          <pc:sldMk cId="1585615145" sldId="1696"/>
        </pc:sldMkLst>
      </pc:sldChg>
      <pc:sldChg chg="del">
        <pc:chgData name="Eric Tolentino" userId="115626d80094435f" providerId="LiveId" clId="{E7C12128-4D3E-4F6D-94B3-00BF3390A574}" dt="2023-08-14T00:49:03.673" v="8" actId="47"/>
        <pc:sldMkLst>
          <pc:docMk/>
          <pc:sldMk cId="776234209" sldId="1699"/>
        </pc:sldMkLst>
      </pc:sldChg>
      <pc:sldChg chg="del">
        <pc:chgData name="Eric Tolentino" userId="115626d80094435f" providerId="LiveId" clId="{E7C12128-4D3E-4F6D-94B3-00BF3390A574}" dt="2023-08-14T00:49:03.673" v="8" actId="47"/>
        <pc:sldMkLst>
          <pc:docMk/>
          <pc:sldMk cId="1860738158" sldId="1700"/>
        </pc:sldMkLst>
      </pc:sldChg>
      <pc:sldChg chg="del">
        <pc:chgData name="Eric Tolentino" userId="115626d80094435f" providerId="LiveId" clId="{E7C12128-4D3E-4F6D-94B3-00BF3390A574}" dt="2023-08-14T00:48:56.068" v="7" actId="47"/>
        <pc:sldMkLst>
          <pc:docMk/>
          <pc:sldMk cId="3094971017" sldId="1714"/>
        </pc:sldMkLst>
      </pc:sldChg>
      <pc:sldChg chg="del">
        <pc:chgData name="Eric Tolentino" userId="115626d80094435f" providerId="LiveId" clId="{E7C12128-4D3E-4F6D-94B3-00BF3390A574}" dt="2023-08-14T00:48:56.068" v="7" actId="47"/>
        <pc:sldMkLst>
          <pc:docMk/>
          <pc:sldMk cId="1480105699" sldId="1719"/>
        </pc:sldMkLst>
      </pc:sldChg>
      <pc:sldChg chg="del">
        <pc:chgData name="Eric Tolentino" userId="115626d80094435f" providerId="LiveId" clId="{E7C12128-4D3E-4F6D-94B3-00BF3390A574}" dt="2023-08-14T00:48:56.068" v="7" actId="47"/>
        <pc:sldMkLst>
          <pc:docMk/>
          <pc:sldMk cId="3464209594" sldId="1724"/>
        </pc:sldMkLst>
      </pc:sldChg>
      <pc:sldChg chg="del">
        <pc:chgData name="Eric Tolentino" userId="115626d80094435f" providerId="LiveId" clId="{E7C12128-4D3E-4F6D-94B3-00BF3390A574}" dt="2023-08-14T00:48:49.346" v="6" actId="47"/>
        <pc:sldMkLst>
          <pc:docMk/>
          <pc:sldMk cId="2574516879" sldId="2146"/>
        </pc:sldMkLst>
      </pc:sldChg>
      <pc:sldChg chg="del">
        <pc:chgData name="Eric Tolentino" userId="115626d80094435f" providerId="LiveId" clId="{E7C12128-4D3E-4F6D-94B3-00BF3390A574}" dt="2023-08-14T00:48:16.468" v="0" actId="47"/>
        <pc:sldMkLst>
          <pc:docMk/>
          <pc:sldMk cId="146983285" sldId="2149"/>
        </pc:sldMkLst>
      </pc:sldChg>
      <pc:sldChg chg="add del">
        <pc:chgData name="Eric Tolentino" userId="115626d80094435f" providerId="LiveId" clId="{E7C12128-4D3E-4F6D-94B3-00BF3390A574}" dt="2023-08-14T00:48:38.613" v="4" actId="47"/>
        <pc:sldMkLst>
          <pc:docMk/>
          <pc:sldMk cId="318580763" sldId="2150"/>
        </pc:sldMkLst>
      </pc:sldChg>
      <pc:sldChg chg="del">
        <pc:chgData name="Eric Tolentino" userId="115626d80094435f" providerId="LiveId" clId="{E7C12128-4D3E-4F6D-94B3-00BF3390A574}" dt="2023-08-14T00:48:49.346" v="6" actId="47"/>
        <pc:sldMkLst>
          <pc:docMk/>
          <pc:sldMk cId="387152387" sldId="2151"/>
        </pc:sldMkLst>
      </pc:sldChg>
      <pc:sldChg chg="del">
        <pc:chgData name="Eric Tolentino" userId="115626d80094435f" providerId="LiveId" clId="{E7C12128-4D3E-4F6D-94B3-00BF3390A574}" dt="2023-08-14T00:49:03.673" v="8" actId="47"/>
        <pc:sldMkLst>
          <pc:docMk/>
          <pc:sldMk cId="1587815672" sldId="2152"/>
        </pc:sldMkLst>
      </pc:sldChg>
      <pc:sldChg chg="add del">
        <pc:chgData name="Eric Tolentino" userId="115626d80094435f" providerId="LiveId" clId="{E7C12128-4D3E-4F6D-94B3-00BF3390A574}" dt="2023-08-14T00:48:38.613" v="4" actId="47"/>
        <pc:sldMkLst>
          <pc:docMk/>
          <pc:sldMk cId="3363635669" sldId="2153"/>
        </pc:sldMkLst>
      </pc:sldChg>
      <pc:sldChg chg="del">
        <pc:chgData name="Eric Tolentino" userId="115626d80094435f" providerId="LiveId" clId="{E7C12128-4D3E-4F6D-94B3-00BF3390A574}" dt="2023-08-14T00:48:43.630" v="5" actId="47"/>
        <pc:sldMkLst>
          <pc:docMk/>
          <pc:sldMk cId="3599531176" sldId="2154"/>
        </pc:sldMkLst>
      </pc:sldChg>
      <pc:sldChg chg="del">
        <pc:chgData name="Eric Tolentino" userId="115626d80094435f" providerId="LiveId" clId="{E7C12128-4D3E-4F6D-94B3-00BF3390A574}" dt="2023-08-14T00:48:49.346" v="6" actId="47"/>
        <pc:sldMkLst>
          <pc:docMk/>
          <pc:sldMk cId="667482682" sldId="2155"/>
        </pc:sldMkLst>
      </pc:sldChg>
      <pc:sldChg chg="del">
        <pc:chgData name="Eric Tolentino" userId="115626d80094435f" providerId="LiveId" clId="{E7C12128-4D3E-4F6D-94B3-00BF3390A574}" dt="2023-08-14T00:48:16.468" v="0" actId="47"/>
        <pc:sldMkLst>
          <pc:docMk/>
          <pc:sldMk cId="3840715768" sldId="2156"/>
        </pc:sldMkLst>
      </pc:sldChg>
      <pc:sldChg chg="del">
        <pc:chgData name="Eric Tolentino" userId="115626d80094435f" providerId="LiveId" clId="{E7C12128-4D3E-4F6D-94B3-00BF3390A574}" dt="2023-08-14T00:48:16.468" v="0" actId="47"/>
        <pc:sldMkLst>
          <pc:docMk/>
          <pc:sldMk cId="350762294" sldId="2157"/>
        </pc:sldMkLst>
      </pc:sldChg>
      <pc:sldChg chg="del">
        <pc:chgData name="Eric Tolentino" userId="115626d80094435f" providerId="LiveId" clId="{E7C12128-4D3E-4F6D-94B3-00BF3390A574}" dt="2023-08-14T00:48:49.346" v="6" actId="47"/>
        <pc:sldMkLst>
          <pc:docMk/>
          <pc:sldMk cId="1678871157" sldId="2158"/>
        </pc:sldMkLst>
      </pc:sldChg>
      <pc:sldChg chg="del">
        <pc:chgData name="Eric Tolentino" userId="115626d80094435f" providerId="LiveId" clId="{E7C12128-4D3E-4F6D-94B3-00BF3390A574}" dt="2023-08-14T00:48:56.068" v="7" actId="47"/>
        <pc:sldMkLst>
          <pc:docMk/>
          <pc:sldMk cId="567713735" sldId="2159"/>
        </pc:sldMkLst>
      </pc:sldChg>
      <pc:sldChg chg="del">
        <pc:chgData name="Eric Tolentino" userId="115626d80094435f" providerId="LiveId" clId="{E7C12128-4D3E-4F6D-94B3-00BF3390A574}" dt="2023-08-14T00:48:56.068" v="7" actId="47"/>
        <pc:sldMkLst>
          <pc:docMk/>
          <pc:sldMk cId="2959489161" sldId="2162"/>
        </pc:sldMkLst>
      </pc:sldChg>
      <pc:sldChg chg="del">
        <pc:chgData name="Eric Tolentino" userId="115626d80094435f" providerId="LiveId" clId="{E7C12128-4D3E-4F6D-94B3-00BF3390A574}" dt="2023-08-14T00:48:49.346" v="6" actId="47"/>
        <pc:sldMkLst>
          <pc:docMk/>
          <pc:sldMk cId="3293958905" sldId="2163"/>
        </pc:sldMkLst>
      </pc:sldChg>
      <pc:sldChg chg="del">
        <pc:chgData name="Eric Tolentino" userId="115626d80094435f" providerId="LiveId" clId="{E7C12128-4D3E-4F6D-94B3-00BF3390A574}" dt="2023-08-14T00:48:49.346" v="6" actId="47"/>
        <pc:sldMkLst>
          <pc:docMk/>
          <pc:sldMk cId="2701831534" sldId="2164"/>
        </pc:sldMkLst>
      </pc:sldChg>
      <pc:sldChg chg="del">
        <pc:chgData name="Eric Tolentino" userId="115626d80094435f" providerId="LiveId" clId="{E7C12128-4D3E-4F6D-94B3-00BF3390A574}" dt="2023-08-14T00:48:43.630" v="5" actId="47"/>
        <pc:sldMkLst>
          <pc:docMk/>
          <pc:sldMk cId="3597461156" sldId="2166"/>
        </pc:sldMkLst>
      </pc:sldChg>
      <pc:sldChg chg="del">
        <pc:chgData name="Eric Tolentino" userId="115626d80094435f" providerId="LiveId" clId="{E7C12128-4D3E-4F6D-94B3-00BF3390A574}" dt="2023-08-14T00:48:16.468" v="0" actId="47"/>
        <pc:sldMkLst>
          <pc:docMk/>
          <pc:sldMk cId="61758379" sldId="2173"/>
        </pc:sldMkLst>
      </pc:sldChg>
      <pc:sldChg chg="del">
        <pc:chgData name="Eric Tolentino" userId="115626d80094435f" providerId="LiveId" clId="{E7C12128-4D3E-4F6D-94B3-00BF3390A574}" dt="2023-08-14T00:48:16.468" v="0" actId="47"/>
        <pc:sldMkLst>
          <pc:docMk/>
          <pc:sldMk cId="3024463104" sldId="2176"/>
        </pc:sldMkLst>
      </pc:sldChg>
      <pc:sldChg chg="add del">
        <pc:chgData name="Eric Tolentino" userId="115626d80094435f" providerId="LiveId" clId="{E7C12128-4D3E-4F6D-94B3-00BF3390A574}" dt="2023-08-14T00:48:38.613" v="4" actId="47"/>
        <pc:sldMkLst>
          <pc:docMk/>
          <pc:sldMk cId="3961852416" sldId="2177"/>
        </pc:sldMkLst>
      </pc:sldChg>
      <pc:sldChg chg="del">
        <pc:chgData name="Eric Tolentino" userId="115626d80094435f" providerId="LiveId" clId="{E7C12128-4D3E-4F6D-94B3-00BF3390A574}" dt="2023-08-14T00:48:43.630" v="5" actId="47"/>
        <pc:sldMkLst>
          <pc:docMk/>
          <pc:sldMk cId="2514654304" sldId="2178"/>
        </pc:sldMkLst>
      </pc:sldChg>
      <pc:sldChg chg="del">
        <pc:chgData name="Eric Tolentino" userId="115626d80094435f" providerId="LiveId" clId="{E7C12128-4D3E-4F6D-94B3-00BF3390A574}" dt="2023-08-14T00:48:43.630" v="5" actId="47"/>
        <pc:sldMkLst>
          <pc:docMk/>
          <pc:sldMk cId="1690376093" sldId="2179"/>
        </pc:sldMkLst>
      </pc:sldChg>
      <pc:sldChg chg="del">
        <pc:chgData name="Eric Tolentino" userId="115626d80094435f" providerId="LiveId" clId="{E7C12128-4D3E-4F6D-94B3-00BF3390A574}" dt="2023-08-14T00:48:56.068" v="7" actId="47"/>
        <pc:sldMkLst>
          <pc:docMk/>
          <pc:sldMk cId="3486812400" sldId="2180"/>
        </pc:sldMkLst>
      </pc:sldChg>
      <pc:sldChg chg="addSp modSp add del mod ord">
        <pc:chgData name="Eric Tolentino" userId="115626d80094435f" providerId="LiveId" clId="{E7C12128-4D3E-4F6D-94B3-00BF3390A574}" dt="2023-08-14T02:54:36.554" v="614" actId="1036"/>
        <pc:sldMkLst>
          <pc:docMk/>
          <pc:sldMk cId="281176796" sldId="2181"/>
        </pc:sldMkLst>
        <pc:spChg chg="mod">
          <ac:chgData name="Eric Tolentino" userId="115626d80094435f" providerId="LiveId" clId="{E7C12128-4D3E-4F6D-94B3-00BF3390A574}" dt="2023-08-14T00:56:51.625" v="122" actId="20577"/>
          <ac:spMkLst>
            <pc:docMk/>
            <pc:sldMk cId="281176796" sldId="2181"/>
            <ac:spMk id="7" creationId="{A2FE8AE2-0554-FA55-B24E-0363E40E6348}"/>
          </ac:spMkLst>
        </pc:spChg>
        <pc:spChg chg="mod">
          <ac:chgData name="Eric Tolentino" userId="115626d80094435f" providerId="LiveId" clId="{E7C12128-4D3E-4F6D-94B3-00BF3390A574}" dt="2023-08-14T00:58:14.297" v="173" actId="14100"/>
          <ac:spMkLst>
            <pc:docMk/>
            <pc:sldMk cId="281176796" sldId="2181"/>
            <ac:spMk id="11" creationId="{23C9E3A5-A67A-E1DC-653F-9D61117846D3}"/>
          </ac:spMkLst>
        </pc:spChg>
        <pc:spChg chg="add mod ord">
          <ac:chgData name="Eric Tolentino" userId="115626d80094435f" providerId="LiveId" clId="{E7C12128-4D3E-4F6D-94B3-00BF3390A574}" dt="2023-08-14T00:57:52.499" v="169" actId="14100"/>
          <ac:spMkLst>
            <pc:docMk/>
            <pc:sldMk cId="281176796" sldId="2181"/>
            <ac:spMk id="12" creationId="{6CB50803-1FF3-1CDE-6407-B81F25AD7E11}"/>
          </ac:spMkLst>
        </pc:spChg>
        <pc:spChg chg="add mod">
          <ac:chgData name="Eric Tolentino" userId="115626d80094435f" providerId="LiveId" clId="{E7C12128-4D3E-4F6D-94B3-00BF3390A574}" dt="2023-08-14T00:58:01.567" v="171" actId="20577"/>
          <ac:spMkLst>
            <pc:docMk/>
            <pc:sldMk cId="281176796" sldId="2181"/>
            <ac:spMk id="13" creationId="{3D67C204-9127-E541-6796-D2CF38EA7D9B}"/>
          </ac:spMkLst>
        </pc:spChg>
        <pc:spChg chg="add mod">
          <ac:chgData name="Eric Tolentino" userId="115626d80094435f" providerId="LiveId" clId="{E7C12128-4D3E-4F6D-94B3-00BF3390A574}" dt="2023-08-14T02:54:28.462" v="608" actId="1036"/>
          <ac:spMkLst>
            <pc:docMk/>
            <pc:sldMk cId="281176796" sldId="2181"/>
            <ac:spMk id="14" creationId="{AA44C1EE-D6DC-1C36-EE7C-E7DEA5780CF8}"/>
          </ac:spMkLst>
        </pc:spChg>
        <pc:spChg chg="mod">
          <ac:chgData name="Eric Tolentino" userId="115626d80094435f" providerId="LiveId" clId="{E7C12128-4D3E-4F6D-94B3-00BF3390A574}" dt="2023-08-14T01:01:16.802" v="231" actId="1036"/>
          <ac:spMkLst>
            <pc:docMk/>
            <pc:sldMk cId="281176796" sldId="2181"/>
            <ac:spMk id="21" creationId="{628B31BF-5825-4D82-83BA-E1DFE497CA9E}"/>
          </ac:spMkLst>
        </pc:spChg>
        <pc:spChg chg="add mod">
          <ac:chgData name="Eric Tolentino" userId="115626d80094435f" providerId="LiveId" clId="{E7C12128-4D3E-4F6D-94B3-00BF3390A574}" dt="2023-08-14T02:54:36.554" v="614" actId="1036"/>
          <ac:spMkLst>
            <pc:docMk/>
            <pc:sldMk cId="281176796" sldId="2181"/>
            <ac:spMk id="24" creationId="{1A8ABC27-0DF3-D147-D77F-1084272F97E8}"/>
          </ac:spMkLst>
        </pc:spChg>
        <pc:spChg chg="mod">
          <ac:chgData name="Eric Tolentino" userId="115626d80094435f" providerId="LiveId" clId="{E7C12128-4D3E-4F6D-94B3-00BF3390A574}" dt="2023-08-14T01:01:16.802" v="231" actId="1036"/>
          <ac:spMkLst>
            <pc:docMk/>
            <pc:sldMk cId="281176796" sldId="2181"/>
            <ac:spMk id="34" creationId="{44B4C4A5-52FB-509C-F09E-0EFBAEAE082D}"/>
          </ac:spMkLst>
        </pc:spChg>
        <pc:spChg chg="mod">
          <ac:chgData name="Eric Tolentino" userId="115626d80094435f" providerId="LiveId" clId="{E7C12128-4D3E-4F6D-94B3-00BF3390A574}" dt="2023-08-14T00:56:59.985" v="131" actId="20577"/>
          <ac:spMkLst>
            <pc:docMk/>
            <pc:sldMk cId="281176796" sldId="2181"/>
            <ac:spMk id="38" creationId="{2C37B2D3-A5EC-0A7F-14A4-8A8723261328}"/>
          </ac:spMkLst>
        </pc:spChg>
        <pc:spChg chg="mod ord">
          <ac:chgData name="Eric Tolentino" userId="115626d80094435f" providerId="LiveId" clId="{E7C12128-4D3E-4F6D-94B3-00BF3390A574}" dt="2023-08-14T01:01:07.293" v="224" actId="1076"/>
          <ac:spMkLst>
            <pc:docMk/>
            <pc:sldMk cId="281176796" sldId="2181"/>
            <ac:spMk id="74" creationId="{F2D72FAF-ACFF-4DE5-93E9-A88DA54865ED}"/>
          </ac:spMkLst>
        </pc:spChg>
        <pc:grpChg chg="add mod">
          <ac:chgData name="Eric Tolentino" userId="115626d80094435f" providerId="LiveId" clId="{E7C12128-4D3E-4F6D-94B3-00BF3390A574}" dt="2023-08-14T00:55:08.091" v="76" actId="1076"/>
          <ac:grpSpMkLst>
            <pc:docMk/>
            <pc:sldMk cId="281176796" sldId="2181"/>
            <ac:grpSpMk id="3" creationId="{7719E7C2-810D-F161-05D0-8E82FDB2EC39}"/>
          </ac:grpSpMkLst>
        </pc:grpChg>
        <pc:grpChg chg="mod">
          <ac:chgData name="Eric Tolentino" userId="115626d80094435f" providerId="LiveId" clId="{E7C12128-4D3E-4F6D-94B3-00BF3390A574}" dt="2023-08-14T01:01:16.802" v="231" actId="1036"/>
          <ac:grpSpMkLst>
            <pc:docMk/>
            <pc:sldMk cId="281176796" sldId="2181"/>
            <ac:grpSpMk id="8" creationId="{B36D686E-2E5F-AA9E-2CB9-7C50C5E7752F}"/>
          </ac:grpSpMkLst>
        </pc:grpChg>
        <pc:grpChg chg="add mod">
          <ac:chgData name="Eric Tolentino" userId="115626d80094435f" providerId="LiveId" clId="{E7C12128-4D3E-4F6D-94B3-00BF3390A574}" dt="2023-08-14T00:58:14.297" v="173" actId="14100"/>
          <ac:grpSpMkLst>
            <pc:docMk/>
            <pc:sldMk cId="281176796" sldId="2181"/>
            <ac:grpSpMk id="9" creationId="{365AC65C-4C9A-685B-7846-BCE2D81C4A19}"/>
          </ac:grpSpMkLst>
        </pc:grpChg>
        <pc:grpChg chg="mod">
          <ac:chgData name="Eric Tolentino" userId="115626d80094435f" providerId="LiveId" clId="{E7C12128-4D3E-4F6D-94B3-00BF3390A574}" dt="2023-08-14T01:01:16.802" v="231" actId="1036"/>
          <ac:grpSpMkLst>
            <pc:docMk/>
            <pc:sldMk cId="281176796" sldId="2181"/>
            <ac:grpSpMk id="22" creationId="{8F0CEC4F-3015-47AA-A540-36BBD136C667}"/>
          </ac:grpSpMkLst>
        </pc:grpChg>
        <pc:picChg chg="mod">
          <ac:chgData name="Eric Tolentino" userId="115626d80094435f" providerId="LiveId" clId="{E7C12128-4D3E-4F6D-94B3-00BF3390A574}" dt="2023-08-14T00:55:08.091" v="76" actId="1076"/>
          <ac:picMkLst>
            <pc:docMk/>
            <pc:sldMk cId="281176796" sldId="2181"/>
            <ac:picMk id="5" creationId="{FFD76A1B-E3FD-EF6E-FCC3-66D20F31171A}"/>
          </ac:picMkLst>
        </pc:picChg>
        <pc:picChg chg="mod">
          <ac:chgData name="Eric Tolentino" userId="115626d80094435f" providerId="LiveId" clId="{E7C12128-4D3E-4F6D-94B3-00BF3390A574}" dt="2023-08-14T00:58:14.297" v="173" actId="14100"/>
          <ac:picMkLst>
            <pc:docMk/>
            <pc:sldMk cId="281176796" sldId="2181"/>
            <ac:picMk id="10" creationId="{7527710B-E887-2F70-44D5-7C6ED0B44543}"/>
          </ac:picMkLst>
        </pc:picChg>
        <pc:picChg chg="mod">
          <ac:chgData name="Eric Tolentino" userId="115626d80094435f" providerId="LiveId" clId="{E7C12128-4D3E-4F6D-94B3-00BF3390A574}" dt="2023-08-14T01:01:16.802" v="231" actId="1036"/>
          <ac:picMkLst>
            <pc:docMk/>
            <pc:sldMk cId="281176796" sldId="2181"/>
            <ac:picMk id="20" creationId="{CBD8138D-3C1C-4F66-8A03-F6E17D6DDAA9}"/>
          </ac:picMkLst>
        </pc:picChg>
        <pc:picChg chg="mod">
          <ac:chgData name="Eric Tolentino" userId="115626d80094435f" providerId="LiveId" clId="{E7C12128-4D3E-4F6D-94B3-00BF3390A574}" dt="2023-08-14T01:01:16.802" v="231" actId="1036"/>
          <ac:picMkLst>
            <pc:docMk/>
            <pc:sldMk cId="281176796" sldId="2181"/>
            <ac:picMk id="31" creationId="{7C8EE1CF-4AAC-F1AE-4DB5-FF04F9BE3B50}"/>
          </ac:picMkLst>
        </pc:picChg>
        <pc:cxnChg chg="add mod">
          <ac:chgData name="Eric Tolentino" userId="115626d80094435f" providerId="LiveId" clId="{E7C12128-4D3E-4F6D-94B3-00BF3390A574}" dt="2023-08-14T02:54:28.462" v="608" actId="1036"/>
          <ac:cxnSpMkLst>
            <pc:docMk/>
            <pc:sldMk cId="281176796" sldId="2181"/>
            <ac:cxnSpMk id="15" creationId="{C707D682-D90F-AE0F-D6E7-99172D7C5BAD}"/>
          </ac:cxnSpMkLst>
        </pc:cxnChg>
        <pc:cxnChg chg="add mod">
          <ac:chgData name="Eric Tolentino" userId="115626d80094435f" providerId="LiveId" clId="{E7C12128-4D3E-4F6D-94B3-00BF3390A574}" dt="2023-08-14T02:54:28.462" v="608" actId="1036"/>
          <ac:cxnSpMkLst>
            <pc:docMk/>
            <pc:sldMk cId="281176796" sldId="2181"/>
            <ac:cxnSpMk id="18" creationId="{D4BAA22D-3435-4458-C741-74603D2DF03F}"/>
          </ac:cxnSpMkLst>
        </pc:cxnChg>
        <pc:cxnChg chg="add mod">
          <ac:chgData name="Eric Tolentino" userId="115626d80094435f" providerId="LiveId" clId="{E7C12128-4D3E-4F6D-94B3-00BF3390A574}" dt="2023-08-14T01:01:16.802" v="231" actId="1036"/>
          <ac:cxnSpMkLst>
            <pc:docMk/>
            <pc:sldMk cId="281176796" sldId="2181"/>
            <ac:cxnSpMk id="33" creationId="{37FC7C69-EBC4-4914-94D7-B8B6F6DD64F0}"/>
          </ac:cxnSpMkLst>
        </pc:cxnChg>
        <pc:cxnChg chg="add mod">
          <ac:chgData name="Eric Tolentino" userId="115626d80094435f" providerId="LiveId" clId="{E7C12128-4D3E-4F6D-94B3-00BF3390A574}" dt="2023-08-14T02:54:36.554" v="614" actId="1036"/>
          <ac:cxnSpMkLst>
            <pc:docMk/>
            <pc:sldMk cId="281176796" sldId="2181"/>
            <ac:cxnSpMk id="40" creationId="{444159C2-DF54-8D2A-C8BB-8DC4FEBC4F2E}"/>
          </ac:cxnSpMkLst>
        </pc:cxnChg>
      </pc:sldChg>
      <pc:sldChg chg="ord">
        <pc:chgData name="Eric Tolentino" userId="115626d80094435f" providerId="LiveId" clId="{E7C12128-4D3E-4F6D-94B3-00BF3390A574}" dt="2023-08-14T00:50:57.677" v="23"/>
        <pc:sldMkLst>
          <pc:docMk/>
          <pc:sldMk cId="2952469555" sldId="2182"/>
        </pc:sldMkLst>
      </pc:sldChg>
      <pc:sldChg chg="ord">
        <pc:chgData name="Eric Tolentino" userId="115626d80094435f" providerId="LiveId" clId="{E7C12128-4D3E-4F6D-94B3-00BF3390A574}" dt="2023-08-14T00:50:57.677" v="23"/>
        <pc:sldMkLst>
          <pc:docMk/>
          <pc:sldMk cId="1884439641" sldId="2183"/>
        </pc:sldMkLst>
      </pc:sldChg>
      <pc:sldChg chg="ord">
        <pc:chgData name="Eric Tolentino" userId="115626d80094435f" providerId="LiveId" clId="{E7C12128-4D3E-4F6D-94B3-00BF3390A574}" dt="2023-08-14T00:50:57.677" v="23"/>
        <pc:sldMkLst>
          <pc:docMk/>
          <pc:sldMk cId="594966486" sldId="2184"/>
        </pc:sldMkLst>
      </pc:sldChg>
      <pc:sldChg chg="ord">
        <pc:chgData name="Eric Tolentino" userId="115626d80094435f" providerId="LiveId" clId="{E7C12128-4D3E-4F6D-94B3-00BF3390A574}" dt="2023-08-14T00:50:57.677" v="23"/>
        <pc:sldMkLst>
          <pc:docMk/>
          <pc:sldMk cId="2095529256" sldId="2185"/>
        </pc:sldMkLst>
      </pc:sldChg>
      <pc:sldChg chg="add ord">
        <pc:chgData name="Eric Tolentino" userId="115626d80094435f" providerId="LiveId" clId="{E7C12128-4D3E-4F6D-94B3-00BF3390A574}" dt="2023-08-14T00:50:57.677" v="23"/>
        <pc:sldMkLst>
          <pc:docMk/>
          <pc:sldMk cId="3835583568" sldId="2186"/>
        </pc:sldMkLst>
      </pc:sldChg>
      <pc:sldChg chg="addSp delSp modSp new mod ord modClrScheme chgLayout">
        <pc:chgData name="Eric Tolentino" userId="115626d80094435f" providerId="LiveId" clId="{E7C12128-4D3E-4F6D-94B3-00BF3390A574}" dt="2023-08-14T03:44:38.369" v="707" actId="478"/>
        <pc:sldMkLst>
          <pc:docMk/>
          <pc:sldMk cId="613630034" sldId="2187"/>
        </pc:sldMkLst>
        <pc:spChg chg="mod ord">
          <ac:chgData name="Eric Tolentino" userId="115626d80094435f" providerId="LiveId" clId="{E7C12128-4D3E-4F6D-94B3-00BF3390A574}" dt="2023-08-14T00:53:38.210" v="28" actId="700"/>
          <ac:spMkLst>
            <pc:docMk/>
            <pc:sldMk cId="613630034" sldId="2187"/>
            <ac:spMk id="2" creationId="{96F12C0F-5CB1-FA55-16C2-D60C5425AADE}"/>
          </ac:spMkLst>
        </pc:spChg>
        <pc:spChg chg="del mod ord">
          <ac:chgData name="Eric Tolentino" userId="115626d80094435f" providerId="LiveId" clId="{E7C12128-4D3E-4F6D-94B3-00BF3390A574}" dt="2023-08-14T03:44:38.369" v="707" actId="478"/>
          <ac:spMkLst>
            <pc:docMk/>
            <pc:sldMk cId="613630034" sldId="2187"/>
            <ac:spMk id="3" creationId="{1F599EE3-24CD-DECA-2BAA-C668D80DDD6F}"/>
          </ac:spMkLst>
        </pc:spChg>
        <pc:spChg chg="del mod ord">
          <ac:chgData name="Eric Tolentino" userId="115626d80094435f" providerId="LiveId" clId="{E7C12128-4D3E-4F6D-94B3-00BF3390A574}" dt="2023-08-14T00:53:38.210" v="28" actId="700"/>
          <ac:spMkLst>
            <pc:docMk/>
            <pc:sldMk cId="613630034" sldId="2187"/>
            <ac:spMk id="4" creationId="{6640A182-7960-274C-B63A-DBA8798B20FC}"/>
          </ac:spMkLst>
        </pc:spChg>
        <pc:spChg chg="add mod ord">
          <ac:chgData name="Eric Tolentino" userId="115626d80094435f" providerId="LiveId" clId="{E7C12128-4D3E-4F6D-94B3-00BF3390A574}" dt="2023-08-14T00:54:15.215" v="50" actId="20577"/>
          <ac:spMkLst>
            <pc:docMk/>
            <pc:sldMk cId="613630034" sldId="2187"/>
            <ac:spMk id="5" creationId="{F58430F3-C9FC-2139-1CDC-68E4BF611B56}"/>
          </ac:spMkLst>
        </pc:spChg>
        <pc:spChg chg="add mod ord">
          <ac:chgData name="Eric Tolentino" userId="115626d80094435f" providerId="LiveId" clId="{E7C12128-4D3E-4F6D-94B3-00BF3390A574}" dt="2023-08-14T03:44:34.111" v="706" actId="20577"/>
          <ac:spMkLst>
            <pc:docMk/>
            <pc:sldMk cId="613630034" sldId="2187"/>
            <ac:spMk id="6" creationId="{2AADC226-3222-9101-CBF1-39C01EB30FCC}"/>
          </ac:spMkLst>
        </pc:spChg>
      </pc:sldChg>
      <pc:sldChg chg="addSp delSp modSp mod">
        <pc:chgData name="Eric Tolentino" userId="115626d80094435f" providerId="LiveId" clId="{E7C12128-4D3E-4F6D-94B3-00BF3390A574}" dt="2023-08-14T01:54:41.979" v="553" actId="14100"/>
        <pc:sldMkLst>
          <pc:docMk/>
          <pc:sldMk cId="4042960913" sldId="2188"/>
        </pc:sldMkLst>
        <pc:spChg chg="del mod">
          <ac:chgData name="Eric Tolentino" userId="115626d80094435f" providerId="LiveId" clId="{E7C12128-4D3E-4F6D-94B3-00BF3390A574}" dt="2023-08-14T01:27:30.154" v="428" actId="478"/>
          <ac:spMkLst>
            <pc:docMk/>
            <pc:sldMk cId="4042960913" sldId="2188"/>
            <ac:spMk id="4" creationId="{83208D92-44E3-4E1E-9C04-0E3584FAEB8D}"/>
          </ac:spMkLst>
        </pc:spChg>
        <pc:spChg chg="mod">
          <ac:chgData name="Eric Tolentino" userId="115626d80094435f" providerId="LiveId" clId="{E7C12128-4D3E-4F6D-94B3-00BF3390A574}" dt="2023-08-14T01:16:58.475" v="396" actId="20577"/>
          <ac:spMkLst>
            <pc:docMk/>
            <pc:sldMk cId="4042960913" sldId="2188"/>
            <ac:spMk id="6" creationId="{5D03EC85-D49B-4FC2-9F79-A6F1CB9538CD}"/>
          </ac:spMkLst>
        </pc:spChg>
        <pc:spChg chg="add mod">
          <ac:chgData name="Eric Tolentino" userId="115626d80094435f" providerId="LiveId" clId="{E7C12128-4D3E-4F6D-94B3-00BF3390A574}" dt="2023-08-14T01:23:16.553" v="400" actId="1076"/>
          <ac:spMkLst>
            <pc:docMk/>
            <pc:sldMk cId="4042960913" sldId="2188"/>
            <ac:spMk id="13" creationId="{DDE842B5-899D-E1D0-C843-3983228A9C8E}"/>
          </ac:spMkLst>
        </pc:spChg>
        <pc:spChg chg="del">
          <ac:chgData name="Eric Tolentino" userId="115626d80094435f" providerId="LiveId" clId="{E7C12128-4D3E-4F6D-94B3-00BF3390A574}" dt="2023-08-14T01:33:56.093" v="470" actId="478"/>
          <ac:spMkLst>
            <pc:docMk/>
            <pc:sldMk cId="4042960913" sldId="2188"/>
            <ac:spMk id="27" creationId="{C451CA25-D4A9-45EE-A688-B7811BB693E3}"/>
          </ac:spMkLst>
        </pc:spChg>
        <pc:spChg chg="del">
          <ac:chgData name="Eric Tolentino" userId="115626d80094435f" providerId="LiveId" clId="{E7C12128-4D3E-4F6D-94B3-00BF3390A574}" dt="2023-08-14T01:33:54.794" v="469" actId="478"/>
          <ac:spMkLst>
            <pc:docMk/>
            <pc:sldMk cId="4042960913" sldId="2188"/>
            <ac:spMk id="28" creationId="{DBDD9198-CAA0-47C6-BF73-00830132A545}"/>
          </ac:spMkLst>
        </pc:spChg>
        <pc:spChg chg="add mod">
          <ac:chgData name="Eric Tolentino" userId="115626d80094435f" providerId="LiveId" clId="{E7C12128-4D3E-4F6D-94B3-00BF3390A574}" dt="2023-08-14T01:25:35.146" v="416" actId="1076"/>
          <ac:spMkLst>
            <pc:docMk/>
            <pc:sldMk cId="4042960913" sldId="2188"/>
            <ac:spMk id="49" creationId="{01ADFAF0-0113-B450-5A25-9DC6636A2225}"/>
          </ac:spMkLst>
        </pc:spChg>
        <pc:spChg chg="add mod">
          <ac:chgData name="Eric Tolentino" userId="115626d80094435f" providerId="LiveId" clId="{E7C12128-4D3E-4F6D-94B3-00BF3390A574}" dt="2023-08-14T01:27:25.643" v="426" actId="1076"/>
          <ac:spMkLst>
            <pc:docMk/>
            <pc:sldMk cId="4042960913" sldId="2188"/>
            <ac:spMk id="53" creationId="{C31E3A50-A96B-7553-16B1-02137A5EEC44}"/>
          </ac:spMkLst>
        </pc:spChg>
        <pc:spChg chg="mod">
          <ac:chgData name="Eric Tolentino" userId="115626d80094435f" providerId="LiveId" clId="{E7C12128-4D3E-4F6D-94B3-00BF3390A574}" dt="2023-08-14T01:53:29.767" v="548" actId="478"/>
          <ac:spMkLst>
            <pc:docMk/>
            <pc:sldMk cId="4042960913" sldId="2188"/>
            <ac:spMk id="60" creationId="{90C7298C-E2FA-6B97-75AA-CD452F55E496}"/>
          </ac:spMkLst>
        </pc:spChg>
        <pc:spChg chg="add mod">
          <ac:chgData name="Eric Tolentino" userId="115626d80094435f" providerId="LiveId" clId="{E7C12128-4D3E-4F6D-94B3-00BF3390A574}" dt="2023-08-14T01:27:17.384" v="425" actId="1076"/>
          <ac:spMkLst>
            <pc:docMk/>
            <pc:sldMk cId="4042960913" sldId="2188"/>
            <ac:spMk id="62" creationId="{50B1171A-D204-65B1-3EAD-B2A27790384F}"/>
          </ac:spMkLst>
        </pc:spChg>
        <pc:spChg chg="del">
          <ac:chgData name="Eric Tolentino" userId="115626d80094435f" providerId="LiveId" clId="{E7C12128-4D3E-4F6D-94B3-00BF3390A574}" dt="2023-08-14T01:33:53.366" v="468" actId="478"/>
          <ac:spMkLst>
            <pc:docMk/>
            <pc:sldMk cId="4042960913" sldId="2188"/>
            <ac:spMk id="67" creationId="{89DB713F-DB6A-4818-1D6D-25B831251F3B}"/>
          </ac:spMkLst>
        </pc:spChg>
        <pc:spChg chg="mod">
          <ac:chgData name="Eric Tolentino" userId="115626d80094435f" providerId="LiveId" clId="{E7C12128-4D3E-4F6D-94B3-00BF3390A574}" dt="2023-08-14T01:27:33.092" v="429" actId="14100"/>
          <ac:spMkLst>
            <pc:docMk/>
            <pc:sldMk cId="4042960913" sldId="2188"/>
            <ac:spMk id="74" creationId="{F2D72FAF-ACFF-4DE5-93E9-A88DA54865ED}"/>
          </ac:spMkLst>
        </pc:spChg>
        <pc:spChg chg="mod">
          <ac:chgData name="Eric Tolentino" userId="115626d80094435f" providerId="LiveId" clId="{E7C12128-4D3E-4F6D-94B3-00BF3390A574}" dt="2023-08-14T01:31:19.668" v="453" actId="1076"/>
          <ac:spMkLst>
            <pc:docMk/>
            <pc:sldMk cId="4042960913" sldId="2188"/>
            <ac:spMk id="76" creationId="{66AF71A5-4ECE-C31C-1300-EB2253E3C8E2}"/>
          </ac:spMkLst>
        </pc:spChg>
        <pc:spChg chg="add mod">
          <ac:chgData name="Eric Tolentino" userId="115626d80094435f" providerId="LiveId" clId="{E7C12128-4D3E-4F6D-94B3-00BF3390A574}" dt="2023-08-14T01:29:27.518" v="442" actId="1076"/>
          <ac:spMkLst>
            <pc:docMk/>
            <pc:sldMk cId="4042960913" sldId="2188"/>
            <ac:spMk id="81" creationId="{F23CCC38-D414-D997-7155-E2BF98F870D9}"/>
          </ac:spMkLst>
        </pc:spChg>
        <pc:spChg chg="mod">
          <ac:chgData name="Eric Tolentino" userId="115626d80094435f" providerId="LiveId" clId="{E7C12128-4D3E-4F6D-94B3-00BF3390A574}" dt="2023-08-14T01:30:44.555" v="445" actId="1076"/>
          <ac:spMkLst>
            <pc:docMk/>
            <pc:sldMk cId="4042960913" sldId="2188"/>
            <ac:spMk id="87" creationId="{EC9A6D9B-647C-6309-4EC2-9469FF8A0B53}"/>
          </ac:spMkLst>
        </pc:spChg>
        <pc:spChg chg="add del mod">
          <ac:chgData name="Eric Tolentino" userId="115626d80094435f" providerId="LiveId" clId="{E7C12128-4D3E-4F6D-94B3-00BF3390A574}" dt="2023-08-14T01:39:01.037" v="484" actId="478"/>
          <ac:spMkLst>
            <pc:docMk/>
            <pc:sldMk cId="4042960913" sldId="2188"/>
            <ac:spMk id="108" creationId="{D2D302DB-F14D-817D-7950-39DEE0F3C8ED}"/>
          </ac:spMkLst>
        </pc:spChg>
        <pc:grpChg chg="del mod">
          <ac:chgData name="Eric Tolentino" userId="115626d80094435f" providerId="LiveId" clId="{E7C12128-4D3E-4F6D-94B3-00BF3390A574}" dt="2023-08-14T01:53:29.767" v="548" actId="478"/>
          <ac:grpSpMkLst>
            <pc:docMk/>
            <pc:sldMk cId="4042960913" sldId="2188"/>
            <ac:grpSpMk id="58" creationId="{71D20930-2328-385B-0710-DDD07D3DC90A}"/>
          </ac:grpSpMkLst>
        </pc:grpChg>
        <pc:grpChg chg="mod">
          <ac:chgData name="Eric Tolentino" userId="115626d80094435f" providerId="LiveId" clId="{E7C12128-4D3E-4F6D-94B3-00BF3390A574}" dt="2023-08-14T01:31:19.668" v="453" actId="1076"/>
          <ac:grpSpMkLst>
            <pc:docMk/>
            <pc:sldMk cId="4042960913" sldId="2188"/>
            <ac:grpSpMk id="73" creationId="{F3D42EE1-F9A8-CFE9-1DF7-6AB33EB82226}"/>
          </ac:grpSpMkLst>
        </pc:grpChg>
        <pc:grpChg chg="del">
          <ac:chgData name="Eric Tolentino" userId="115626d80094435f" providerId="LiveId" clId="{E7C12128-4D3E-4F6D-94B3-00BF3390A574}" dt="2023-08-14T01:17:34.678" v="398" actId="478"/>
          <ac:grpSpMkLst>
            <pc:docMk/>
            <pc:sldMk cId="4042960913" sldId="2188"/>
            <ac:grpSpMk id="80" creationId="{66528839-2A31-CADA-1BEE-53EFF86CBAC5}"/>
          </ac:grpSpMkLst>
        </pc:grpChg>
        <pc:grpChg chg="add mod">
          <ac:chgData name="Eric Tolentino" userId="115626d80094435f" providerId="LiveId" clId="{E7C12128-4D3E-4F6D-94B3-00BF3390A574}" dt="2023-08-14T01:30:44.555" v="445" actId="1076"/>
          <ac:grpSpMkLst>
            <pc:docMk/>
            <pc:sldMk cId="4042960913" sldId="2188"/>
            <ac:grpSpMk id="85" creationId="{81A6802C-BC44-3416-C150-97F1CDF8918B}"/>
          </ac:grpSpMkLst>
        </pc:grpChg>
        <pc:picChg chg="add mod">
          <ac:chgData name="Eric Tolentino" userId="115626d80094435f" providerId="LiveId" clId="{E7C12128-4D3E-4F6D-94B3-00BF3390A574}" dt="2023-08-14T01:23:16.553" v="400" actId="1076"/>
          <ac:picMkLst>
            <pc:docMk/>
            <pc:sldMk cId="4042960913" sldId="2188"/>
            <ac:picMk id="12" creationId="{4C932053-407B-6424-8A2F-272DA6FC9F47}"/>
          </ac:picMkLst>
        </pc:picChg>
        <pc:picChg chg="add mod">
          <ac:chgData name="Eric Tolentino" userId="115626d80094435f" providerId="LiveId" clId="{E7C12128-4D3E-4F6D-94B3-00BF3390A574}" dt="2023-08-14T01:25:35.146" v="416" actId="1076"/>
          <ac:picMkLst>
            <pc:docMk/>
            <pc:sldMk cId="4042960913" sldId="2188"/>
            <ac:picMk id="50" creationId="{8302E1FE-E98C-FB78-007A-8885791001B0}"/>
          </ac:picMkLst>
        </pc:picChg>
        <pc:picChg chg="add mod">
          <ac:chgData name="Eric Tolentino" userId="115626d80094435f" providerId="LiveId" clId="{E7C12128-4D3E-4F6D-94B3-00BF3390A574}" dt="2023-08-14T01:27:25.643" v="426" actId="1076"/>
          <ac:picMkLst>
            <pc:docMk/>
            <pc:sldMk cId="4042960913" sldId="2188"/>
            <ac:picMk id="52" creationId="{A77C3154-1BD1-FED7-3955-B5290FD9D2E1}"/>
          </ac:picMkLst>
        </pc:picChg>
        <pc:picChg chg="del">
          <ac:chgData name="Eric Tolentino" userId="115626d80094435f" providerId="LiveId" clId="{E7C12128-4D3E-4F6D-94B3-00BF3390A574}" dt="2023-08-14T01:53:29.767" v="548" actId="478"/>
          <ac:picMkLst>
            <pc:docMk/>
            <pc:sldMk cId="4042960913" sldId="2188"/>
            <ac:picMk id="59" creationId="{B53F406F-8EBF-3BDC-EDD1-35D35D9DBA3F}"/>
          </ac:picMkLst>
        </pc:picChg>
        <pc:picChg chg="add mod">
          <ac:chgData name="Eric Tolentino" userId="115626d80094435f" providerId="LiveId" clId="{E7C12128-4D3E-4F6D-94B3-00BF3390A574}" dt="2023-08-14T01:27:17.384" v="425" actId="1076"/>
          <ac:picMkLst>
            <pc:docMk/>
            <pc:sldMk cId="4042960913" sldId="2188"/>
            <ac:picMk id="61" creationId="{32ECD01B-76B0-423A-4482-25122A2D3FDE}"/>
          </ac:picMkLst>
        </pc:picChg>
        <pc:picChg chg="mod">
          <ac:chgData name="Eric Tolentino" userId="115626d80094435f" providerId="LiveId" clId="{E7C12128-4D3E-4F6D-94B3-00BF3390A574}" dt="2023-08-14T01:31:19.668" v="453" actId="1076"/>
          <ac:picMkLst>
            <pc:docMk/>
            <pc:sldMk cId="4042960913" sldId="2188"/>
            <ac:picMk id="75" creationId="{3918F4D2-082D-73EE-8F37-93A903C875A6}"/>
          </ac:picMkLst>
        </pc:picChg>
        <pc:picChg chg="add mod">
          <ac:chgData name="Eric Tolentino" userId="115626d80094435f" providerId="LiveId" clId="{E7C12128-4D3E-4F6D-94B3-00BF3390A574}" dt="2023-08-14T01:32:13.856" v="465" actId="1076"/>
          <ac:picMkLst>
            <pc:docMk/>
            <pc:sldMk cId="4042960913" sldId="2188"/>
            <ac:picMk id="79" creationId="{0320DF4B-1651-B08A-8964-201F3F1CFA81}"/>
          </ac:picMkLst>
        </pc:picChg>
        <pc:picChg chg="mod">
          <ac:chgData name="Eric Tolentino" userId="115626d80094435f" providerId="LiveId" clId="{E7C12128-4D3E-4F6D-94B3-00BF3390A574}" dt="2023-08-14T01:30:44.555" v="445" actId="1076"/>
          <ac:picMkLst>
            <pc:docMk/>
            <pc:sldMk cId="4042960913" sldId="2188"/>
            <ac:picMk id="86" creationId="{6CF57C8F-FB89-819E-8697-78DB1F9D8D00}"/>
          </ac:picMkLst>
        </pc:picChg>
        <pc:picChg chg="add del mod">
          <ac:chgData name="Eric Tolentino" userId="115626d80094435f" providerId="LiveId" clId="{E7C12128-4D3E-4F6D-94B3-00BF3390A574}" dt="2023-08-14T01:38:53.631" v="482" actId="478"/>
          <ac:picMkLst>
            <pc:docMk/>
            <pc:sldMk cId="4042960913" sldId="2188"/>
            <ac:picMk id="107" creationId="{CA910192-03F5-404A-D752-322BF42C6FDF}"/>
          </ac:picMkLst>
        </pc:picChg>
        <pc:picChg chg="add mod">
          <ac:chgData name="Eric Tolentino" userId="115626d80094435f" providerId="LiveId" clId="{E7C12128-4D3E-4F6D-94B3-00BF3390A574}" dt="2023-08-14T01:53:34.703" v="550" actId="1076"/>
          <ac:picMkLst>
            <pc:docMk/>
            <pc:sldMk cId="4042960913" sldId="2188"/>
            <ac:picMk id="115" creationId="{B04A0FEF-FC3E-9B29-1D1E-0B2A6305B9EF}"/>
          </ac:picMkLst>
        </pc:picChg>
        <pc:cxnChg chg="add del mod">
          <ac:chgData name="Eric Tolentino" userId="115626d80094435f" providerId="LiveId" clId="{E7C12128-4D3E-4F6D-94B3-00BF3390A574}" dt="2023-08-14T01:24:13.861" v="407" actId="478"/>
          <ac:cxnSpMkLst>
            <pc:docMk/>
            <pc:sldMk cId="4042960913" sldId="2188"/>
            <ac:cxnSpMk id="15" creationId="{9BAE15A3-61C6-534A-090B-3092BDA8E40F}"/>
          </ac:cxnSpMkLst>
        </pc:cxnChg>
        <pc:cxnChg chg="add mod">
          <ac:chgData name="Eric Tolentino" userId="115626d80094435f" providerId="LiveId" clId="{E7C12128-4D3E-4F6D-94B3-00BF3390A574}" dt="2023-08-14T01:54:41.979" v="553" actId="14100"/>
          <ac:cxnSpMkLst>
            <pc:docMk/>
            <pc:sldMk cId="4042960913" sldId="2188"/>
            <ac:cxnSpMk id="24" creationId="{4F2EAE20-E85C-9CB1-D4D0-3841D469F196}"/>
          </ac:cxnSpMkLst>
        </pc:cxnChg>
        <pc:cxnChg chg="add mod">
          <ac:chgData name="Eric Tolentino" userId="115626d80094435f" providerId="LiveId" clId="{E7C12128-4D3E-4F6D-94B3-00BF3390A574}" dt="2023-08-14T01:26:31.617" v="421" actId="14100"/>
          <ac:cxnSpMkLst>
            <pc:docMk/>
            <pc:sldMk cId="4042960913" sldId="2188"/>
            <ac:cxnSpMk id="54" creationId="{FEAE5628-4101-C183-7415-AA2D0473A767}"/>
          </ac:cxnSpMkLst>
        </pc:cxnChg>
        <pc:cxnChg chg="add mod">
          <ac:chgData name="Eric Tolentino" userId="115626d80094435f" providerId="LiveId" clId="{E7C12128-4D3E-4F6D-94B3-00BF3390A574}" dt="2023-08-14T01:29:55.285" v="443" actId="14100"/>
          <ac:cxnSpMkLst>
            <pc:docMk/>
            <pc:sldMk cId="4042960913" sldId="2188"/>
            <ac:cxnSpMk id="63" creationId="{4E8E46EF-4606-DC9F-5961-775F8E873B41}"/>
          </ac:cxnSpMkLst>
        </pc:cxnChg>
        <pc:cxnChg chg="add mod">
          <ac:chgData name="Eric Tolentino" userId="115626d80094435f" providerId="LiveId" clId="{E7C12128-4D3E-4F6D-94B3-00BF3390A574}" dt="2023-08-14T01:28:22.472" v="439" actId="14100"/>
          <ac:cxnSpMkLst>
            <pc:docMk/>
            <pc:sldMk cId="4042960913" sldId="2188"/>
            <ac:cxnSpMk id="68" creationId="{33B38904-3861-7A54-5E4D-6B0DB41DFCB5}"/>
          </ac:cxnSpMkLst>
        </pc:cxnChg>
        <pc:cxnChg chg="add del mod">
          <ac:chgData name="Eric Tolentino" userId="115626d80094435f" providerId="LiveId" clId="{E7C12128-4D3E-4F6D-94B3-00BF3390A574}" dt="2023-08-14T01:31:55.316" v="459" actId="21"/>
          <ac:cxnSpMkLst>
            <pc:docMk/>
            <pc:sldMk cId="4042960913" sldId="2188"/>
            <ac:cxnSpMk id="88" creationId="{0869DB4F-5231-2764-EBD2-D63679358B65}"/>
          </ac:cxnSpMkLst>
        </pc:cxnChg>
        <pc:cxnChg chg="add mod">
          <ac:chgData name="Eric Tolentino" userId="115626d80094435f" providerId="LiveId" clId="{E7C12128-4D3E-4F6D-94B3-00BF3390A574}" dt="2023-08-14T01:31:22.450" v="454" actId="14100"/>
          <ac:cxnSpMkLst>
            <pc:docMk/>
            <pc:sldMk cId="4042960913" sldId="2188"/>
            <ac:cxnSpMk id="91" creationId="{279F6DDC-CE55-8934-DC20-D908A5D79542}"/>
          </ac:cxnSpMkLst>
        </pc:cxnChg>
        <pc:cxnChg chg="add mod">
          <ac:chgData name="Eric Tolentino" userId="115626d80094435f" providerId="LiveId" clId="{E7C12128-4D3E-4F6D-94B3-00BF3390A574}" dt="2023-08-14T01:31:43.655" v="458" actId="14100"/>
          <ac:cxnSpMkLst>
            <pc:docMk/>
            <pc:sldMk cId="4042960913" sldId="2188"/>
            <ac:cxnSpMk id="96" creationId="{0C1C924D-54AA-A42D-3752-D3E1432F772F}"/>
          </ac:cxnSpMkLst>
        </pc:cxnChg>
        <pc:cxnChg chg="add mod">
          <ac:chgData name="Eric Tolentino" userId="115626d80094435f" providerId="LiveId" clId="{E7C12128-4D3E-4F6D-94B3-00BF3390A574}" dt="2023-08-14T01:32:13.856" v="465" actId="1076"/>
          <ac:cxnSpMkLst>
            <pc:docMk/>
            <pc:sldMk cId="4042960913" sldId="2188"/>
            <ac:cxnSpMk id="100" creationId="{76497863-8FAF-5148-B494-B182E17C09CF}"/>
          </ac:cxnSpMkLst>
        </pc:cxnChg>
        <pc:cxnChg chg="add mod">
          <ac:chgData name="Eric Tolentino" userId="115626d80094435f" providerId="LiveId" clId="{E7C12128-4D3E-4F6D-94B3-00BF3390A574}" dt="2023-08-14T01:32:20.123" v="467" actId="14100"/>
          <ac:cxnSpMkLst>
            <pc:docMk/>
            <pc:sldMk cId="4042960913" sldId="2188"/>
            <ac:cxnSpMk id="103" creationId="{26B12D99-CD32-1F51-63FB-6564B3A71B7A}"/>
          </ac:cxnSpMkLst>
        </pc:cxnChg>
        <pc:cxnChg chg="add del mod">
          <ac:chgData name="Eric Tolentino" userId="115626d80094435f" providerId="LiveId" clId="{E7C12128-4D3E-4F6D-94B3-00BF3390A574}" dt="2023-08-14T01:38:56.947" v="483" actId="478"/>
          <ac:cxnSpMkLst>
            <pc:docMk/>
            <pc:sldMk cId="4042960913" sldId="2188"/>
            <ac:cxnSpMk id="109" creationId="{ED5724C1-5670-A13F-6E20-B456703FA143}"/>
          </ac:cxnSpMkLst>
        </pc:cxnChg>
      </pc:sldChg>
      <pc:sldChg chg="del">
        <pc:chgData name="Eric Tolentino" userId="115626d80094435f" providerId="LiveId" clId="{E7C12128-4D3E-4F6D-94B3-00BF3390A574}" dt="2023-08-14T00:49:03.673" v="8" actId="47"/>
        <pc:sldMkLst>
          <pc:docMk/>
          <pc:sldMk cId="2305048989" sldId="32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A624B0-90F9-634D-B088-BAF914AB7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5550255-9A44-5141-A14B-0AFB2414AD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7D4CC6-1AC1-6547-8987-01DDD7392771}" type="datetimeFigureOut">
              <a:rPr lang="en-US" smtClean="0"/>
              <a:t>6/15/26</a:t>
            </a:fld>
            <a:endParaRPr lang="en-US" dirty="0"/>
          </a:p>
        </p:txBody>
      </p:sp>
      <p:sp>
        <p:nvSpPr>
          <p:cNvPr id="4" name="Footer Placeholder 3">
            <a:extLst>
              <a:ext uri="{FF2B5EF4-FFF2-40B4-BE49-F238E27FC236}">
                <a16:creationId xmlns:a16="http://schemas.microsoft.com/office/drawing/2014/main" id="{D3CB1F18-ED24-9E49-9F0B-B6FD6B22F87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 2019 Amazon Web Services, Inc. or its Affiliates. All rights reserved.</a:t>
            </a:r>
          </a:p>
        </p:txBody>
      </p:sp>
    </p:spTree>
    <p:extLst>
      <p:ext uri="{BB962C8B-B14F-4D97-AF65-F5344CB8AC3E}">
        <p14:creationId xmlns:p14="http://schemas.microsoft.com/office/powerpoint/2010/main" val="245908075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09999"/>
            <a:ext cx="7112000" cy="55880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710507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225425" indent="0" algn="l" defTabSz="914400" rtl="0" eaLnBrk="1" latinLnBrk="0" hangingPunct="1">
      <a:spcBef>
        <a:spcPts val="0"/>
      </a:spcBef>
      <a:spcAft>
        <a:spcPts val="0"/>
      </a:spcAft>
      <a:defRPr sz="1200" kern="1200">
        <a:solidFill>
          <a:schemeClr val="tx1"/>
        </a:solidFill>
        <a:latin typeface="+mn-lt"/>
        <a:ea typeface="+mn-ea"/>
        <a:cs typeface="+mn-cs"/>
      </a:defRPr>
    </a:lvl2pPr>
    <a:lvl3pPr marL="463550" indent="0" algn="l" defTabSz="914400" rtl="0" eaLnBrk="1" latinLnBrk="0" hangingPunct="1">
      <a:spcBef>
        <a:spcPts val="0"/>
      </a:spcBef>
      <a:spcAft>
        <a:spcPts val="0"/>
      </a:spcAft>
      <a:defRPr sz="1200" kern="1200">
        <a:solidFill>
          <a:schemeClr val="tx1"/>
        </a:solidFill>
        <a:latin typeface="+mn-lt"/>
        <a:ea typeface="+mn-ea"/>
        <a:cs typeface="+mn-cs"/>
      </a:defRPr>
    </a:lvl3pPr>
    <a:lvl4pPr marL="688975" indent="0" algn="l" defTabSz="914400" rtl="0" eaLnBrk="1" latinLnBrk="0" hangingPunct="1">
      <a:spcBef>
        <a:spcPts val="0"/>
      </a:spcBef>
      <a:spcAft>
        <a:spcPts val="0"/>
      </a:spcAft>
      <a:defRPr sz="1200" kern="1200">
        <a:solidFill>
          <a:schemeClr val="tx1"/>
        </a:solidFill>
        <a:latin typeface="+mn-lt"/>
        <a:ea typeface="+mn-ea"/>
        <a:cs typeface="+mn-cs"/>
      </a:defRPr>
    </a:lvl4pPr>
    <a:lvl5pPr marL="914400" indent="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331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Run Generator - </a:t>
            </a:r>
            <a:r>
              <a:rPr lang="en-GB" b="0" dirty="0">
                <a:solidFill>
                  <a:srgbClr val="D4D4D4"/>
                </a:solidFill>
                <a:effectLst/>
                <a:latin typeface="Consolas" panose="020B0609020204030204" pitchFamily="49" charset="0"/>
              </a:rPr>
              <a:t>python ~/BLDT/02-Ingestion/lambda/generator.py</a:t>
            </a:r>
            <a:endParaRPr lang="en-US" dirty="0"/>
          </a:p>
          <a:p>
            <a:r>
              <a:rPr lang="en-US" dirty="0"/>
              <a:t>2. Run Crawler -  </a:t>
            </a:r>
            <a:r>
              <a:rPr lang="en-US" b="0" dirty="0" err="1">
                <a:solidFill>
                  <a:srgbClr val="D4D4D4"/>
                </a:solidFill>
                <a:effectLst/>
                <a:latin typeface="Consolas" panose="020B0609020204030204" pitchFamily="49" charset="0"/>
              </a:rPr>
              <a:t>aws</a:t>
            </a:r>
            <a:r>
              <a:rPr lang="en-US" b="0" dirty="0">
                <a:solidFill>
                  <a:srgbClr val="D4D4D4"/>
                </a:solidFill>
                <a:effectLst/>
                <a:latin typeface="Consolas" panose="020B0609020204030204" pitchFamily="49" charset="0"/>
              </a:rPr>
              <a:t> glue stop-crawler --name </a:t>
            </a:r>
            <a:r>
              <a:rPr lang="en-US" b="0" dirty="0">
                <a:solidFill>
                  <a:srgbClr val="CE9178"/>
                </a:solidFill>
                <a:effectLst/>
                <a:latin typeface="Consolas" panose="020B0609020204030204" pitchFamily="49" charset="0"/>
              </a:rPr>
              <a:t>'ingest-crawler’</a:t>
            </a:r>
            <a:endParaRPr lang="en-US" b="0" dirty="0">
              <a:solidFill>
                <a:srgbClr val="D4D4D4"/>
              </a:solidFill>
              <a:effectLst/>
              <a:latin typeface="Consolas" panose="020B0609020204030204" pitchFamily="49" charset="0"/>
            </a:endParaRPr>
          </a:p>
          <a:p>
            <a:pPr marL="0" indent="0">
              <a:buNone/>
            </a:pPr>
            <a:r>
              <a:rPr lang="en-US" dirty="0"/>
              <a:t>3. Use Athena Query – Workgroup –Ingestion Workgroup</a:t>
            </a:r>
            <a:endParaRPr lang="en-GB" dirty="0"/>
          </a:p>
        </p:txBody>
      </p:sp>
    </p:spTree>
    <p:extLst>
      <p:ext uri="{BB962C8B-B14F-4D97-AF65-F5344CB8AC3E}">
        <p14:creationId xmlns:p14="http://schemas.microsoft.com/office/powerpoint/2010/main" val="2484821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331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Run Generator - </a:t>
            </a:r>
            <a:r>
              <a:rPr lang="en-GB" b="0" dirty="0">
                <a:solidFill>
                  <a:srgbClr val="D4D4D4"/>
                </a:solidFill>
                <a:effectLst/>
                <a:latin typeface="Consolas" panose="020B0609020204030204" pitchFamily="49" charset="0"/>
              </a:rPr>
              <a:t>python ~/BLDT/02-Ingestion/lambda/generator.py</a:t>
            </a:r>
            <a:endParaRPr lang="en-US" dirty="0"/>
          </a:p>
          <a:p>
            <a:r>
              <a:rPr lang="en-US" dirty="0"/>
              <a:t>2. Run Crawler -  </a:t>
            </a:r>
            <a:r>
              <a:rPr lang="en-US" b="0" dirty="0" err="1">
                <a:solidFill>
                  <a:srgbClr val="D4D4D4"/>
                </a:solidFill>
                <a:effectLst/>
                <a:latin typeface="Consolas" panose="020B0609020204030204" pitchFamily="49" charset="0"/>
              </a:rPr>
              <a:t>aws</a:t>
            </a:r>
            <a:r>
              <a:rPr lang="en-US" b="0" dirty="0">
                <a:solidFill>
                  <a:srgbClr val="D4D4D4"/>
                </a:solidFill>
                <a:effectLst/>
                <a:latin typeface="Consolas" panose="020B0609020204030204" pitchFamily="49" charset="0"/>
              </a:rPr>
              <a:t> glue stop-crawler --name </a:t>
            </a:r>
            <a:r>
              <a:rPr lang="en-US" b="0" dirty="0">
                <a:solidFill>
                  <a:srgbClr val="CE9178"/>
                </a:solidFill>
                <a:effectLst/>
                <a:latin typeface="Consolas" panose="020B0609020204030204" pitchFamily="49" charset="0"/>
              </a:rPr>
              <a:t>'ingest-crawler’</a:t>
            </a:r>
            <a:endParaRPr lang="en-US" b="0" dirty="0">
              <a:solidFill>
                <a:srgbClr val="D4D4D4"/>
              </a:solidFill>
              <a:effectLst/>
              <a:latin typeface="Consolas" panose="020B0609020204030204" pitchFamily="49" charset="0"/>
            </a:endParaRPr>
          </a:p>
          <a:p>
            <a:pPr marL="0" indent="0">
              <a:buNone/>
            </a:pPr>
            <a:r>
              <a:rPr lang="en-US" dirty="0"/>
              <a:t>3. Use Athena Query – Workgroup –Ingestion Workgroup</a:t>
            </a:r>
            <a:endParaRPr lang="en-GB" dirty="0"/>
          </a:p>
        </p:txBody>
      </p:sp>
    </p:spTree>
    <p:extLst>
      <p:ext uri="{BB962C8B-B14F-4D97-AF65-F5344CB8AC3E}">
        <p14:creationId xmlns:p14="http://schemas.microsoft.com/office/powerpoint/2010/main" val="4173743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331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Run Generator - </a:t>
            </a:r>
            <a:r>
              <a:rPr lang="en-GB" b="0" dirty="0">
                <a:solidFill>
                  <a:srgbClr val="D4D4D4"/>
                </a:solidFill>
                <a:effectLst/>
                <a:latin typeface="Consolas" panose="020B0609020204030204" pitchFamily="49" charset="0"/>
              </a:rPr>
              <a:t>python ~/BLDT/02-Ingestion/lambda/generator.py</a:t>
            </a:r>
            <a:endParaRPr lang="en-US" dirty="0"/>
          </a:p>
          <a:p>
            <a:r>
              <a:rPr lang="en-US" dirty="0"/>
              <a:t>2. Run Crawler -  </a:t>
            </a:r>
            <a:r>
              <a:rPr lang="en-US" b="0" dirty="0" err="1">
                <a:solidFill>
                  <a:srgbClr val="D4D4D4"/>
                </a:solidFill>
                <a:effectLst/>
                <a:latin typeface="Consolas" panose="020B0609020204030204" pitchFamily="49" charset="0"/>
              </a:rPr>
              <a:t>aws</a:t>
            </a:r>
            <a:r>
              <a:rPr lang="en-US" b="0" dirty="0">
                <a:solidFill>
                  <a:srgbClr val="D4D4D4"/>
                </a:solidFill>
                <a:effectLst/>
                <a:latin typeface="Consolas" panose="020B0609020204030204" pitchFamily="49" charset="0"/>
              </a:rPr>
              <a:t> glue stop-crawler --name </a:t>
            </a:r>
            <a:r>
              <a:rPr lang="en-US" b="0" dirty="0">
                <a:solidFill>
                  <a:srgbClr val="CE9178"/>
                </a:solidFill>
                <a:effectLst/>
                <a:latin typeface="Consolas" panose="020B0609020204030204" pitchFamily="49" charset="0"/>
              </a:rPr>
              <a:t>'ingest-crawler’</a:t>
            </a:r>
            <a:endParaRPr lang="en-US" b="0" dirty="0">
              <a:solidFill>
                <a:srgbClr val="D4D4D4"/>
              </a:solidFill>
              <a:effectLst/>
              <a:latin typeface="Consolas" panose="020B0609020204030204" pitchFamily="49" charset="0"/>
            </a:endParaRPr>
          </a:p>
          <a:p>
            <a:pPr marL="0" indent="0">
              <a:buNone/>
            </a:pPr>
            <a:r>
              <a:rPr lang="en-US" dirty="0"/>
              <a:t>3. Use Athena Query – Workgroup –Ingestion Workgroup</a:t>
            </a:r>
            <a:endParaRPr lang="en-GB" dirty="0"/>
          </a:p>
        </p:txBody>
      </p:sp>
    </p:spTree>
    <p:extLst>
      <p:ext uri="{BB962C8B-B14F-4D97-AF65-F5344CB8AC3E}">
        <p14:creationId xmlns:p14="http://schemas.microsoft.com/office/powerpoint/2010/main" val="3939487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331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groupFiles</a:t>
            </a:r>
            <a:r>
              <a:rPr lang="en-US" dirty="0"/>
              <a:t>": "</a:t>
            </a:r>
            <a:r>
              <a:rPr lang="en-US" dirty="0" err="1"/>
              <a:t>inPartition</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dirty="0" err="1"/>
              <a:t>groupSize</a:t>
            </a:r>
            <a:r>
              <a:rPr lang="en-US" dirty="0"/>
              <a:t>": "10485760"</a:t>
            </a:r>
            <a:endParaRPr lang="en-GB" dirty="0"/>
          </a:p>
        </p:txBody>
      </p:sp>
    </p:spTree>
    <p:extLst>
      <p:ext uri="{BB962C8B-B14F-4D97-AF65-F5344CB8AC3E}">
        <p14:creationId xmlns:p14="http://schemas.microsoft.com/office/powerpoint/2010/main" val="2980076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331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Run Generator - </a:t>
            </a:r>
            <a:r>
              <a:rPr lang="en-GB" b="0" dirty="0">
                <a:solidFill>
                  <a:srgbClr val="D4D4D4"/>
                </a:solidFill>
                <a:effectLst/>
                <a:latin typeface="Consolas" panose="020B0609020204030204" pitchFamily="49" charset="0"/>
              </a:rPr>
              <a:t>python ~/BLDT/02-Ingestion/lambda/generator.py</a:t>
            </a:r>
            <a:endParaRPr lang="en-US" dirty="0"/>
          </a:p>
          <a:p>
            <a:r>
              <a:rPr lang="en-US" dirty="0"/>
              <a:t>2. Run Crawler -  </a:t>
            </a:r>
            <a:r>
              <a:rPr lang="en-US" b="0" dirty="0" err="1">
                <a:solidFill>
                  <a:srgbClr val="D4D4D4"/>
                </a:solidFill>
                <a:effectLst/>
                <a:latin typeface="Consolas" panose="020B0609020204030204" pitchFamily="49" charset="0"/>
              </a:rPr>
              <a:t>aws</a:t>
            </a:r>
            <a:r>
              <a:rPr lang="en-US" b="0" dirty="0">
                <a:solidFill>
                  <a:srgbClr val="D4D4D4"/>
                </a:solidFill>
                <a:effectLst/>
                <a:latin typeface="Consolas" panose="020B0609020204030204" pitchFamily="49" charset="0"/>
              </a:rPr>
              <a:t> glue stop-crawler --name </a:t>
            </a:r>
            <a:r>
              <a:rPr lang="en-US" b="0" dirty="0">
                <a:solidFill>
                  <a:srgbClr val="CE9178"/>
                </a:solidFill>
                <a:effectLst/>
                <a:latin typeface="Consolas" panose="020B0609020204030204" pitchFamily="49" charset="0"/>
              </a:rPr>
              <a:t>'ingest-crawler’</a:t>
            </a:r>
            <a:endParaRPr lang="en-US" b="0" dirty="0">
              <a:solidFill>
                <a:srgbClr val="D4D4D4"/>
              </a:solidFill>
              <a:effectLst/>
              <a:latin typeface="Consolas" panose="020B0609020204030204" pitchFamily="49" charset="0"/>
            </a:endParaRPr>
          </a:p>
          <a:p>
            <a:pPr marL="0" indent="0">
              <a:buNone/>
            </a:pPr>
            <a:r>
              <a:rPr lang="en-US" dirty="0"/>
              <a:t>3. Use Athena Query – Workgroup –Ingestion Workgroup</a:t>
            </a:r>
            <a:endParaRPr lang="en-GB" dirty="0"/>
          </a:p>
        </p:txBody>
      </p:sp>
    </p:spTree>
    <p:extLst>
      <p:ext uri="{BB962C8B-B14F-4D97-AF65-F5344CB8AC3E}">
        <p14:creationId xmlns:p14="http://schemas.microsoft.com/office/powerpoint/2010/main" val="1295310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331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Run Generator - </a:t>
            </a:r>
            <a:r>
              <a:rPr lang="en-GB" b="0" dirty="0">
                <a:solidFill>
                  <a:srgbClr val="D4D4D4"/>
                </a:solidFill>
                <a:effectLst/>
                <a:latin typeface="Consolas" panose="020B0609020204030204" pitchFamily="49" charset="0"/>
              </a:rPr>
              <a:t>python ~/BLDT/02-Ingestion/lambda/generator.py</a:t>
            </a:r>
            <a:endParaRPr lang="en-US" dirty="0"/>
          </a:p>
          <a:p>
            <a:r>
              <a:rPr lang="en-US" dirty="0"/>
              <a:t>2. Run Crawler -  </a:t>
            </a:r>
            <a:r>
              <a:rPr lang="en-US" b="0" dirty="0" err="1">
                <a:solidFill>
                  <a:srgbClr val="D4D4D4"/>
                </a:solidFill>
                <a:effectLst/>
                <a:latin typeface="Consolas" panose="020B0609020204030204" pitchFamily="49" charset="0"/>
              </a:rPr>
              <a:t>aws</a:t>
            </a:r>
            <a:r>
              <a:rPr lang="en-US" b="0" dirty="0">
                <a:solidFill>
                  <a:srgbClr val="D4D4D4"/>
                </a:solidFill>
                <a:effectLst/>
                <a:latin typeface="Consolas" panose="020B0609020204030204" pitchFamily="49" charset="0"/>
              </a:rPr>
              <a:t> glue stop-crawler --name </a:t>
            </a:r>
            <a:r>
              <a:rPr lang="en-US" b="0" dirty="0">
                <a:solidFill>
                  <a:srgbClr val="CE9178"/>
                </a:solidFill>
                <a:effectLst/>
                <a:latin typeface="Consolas" panose="020B0609020204030204" pitchFamily="49" charset="0"/>
              </a:rPr>
              <a:t>'ingest-crawler’</a:t>
            </a:r>
            <a:endParaRPr lang="en-US" b="0" dirty="0">
              <a:solidFill>
                <a:srgbClr val="D4D4D4"/>
              </a:solidFill>
              <a:effectLst/>
              <a:latin typeface="Consolas" panose="020B0609020204030204" pitchFamily="49" charset="0"/>
            </a:endParaRPr>
          </a:p>
          <a:p>
            <a:pPr marL="0" indent="0">
              <a:buNone/>
            </a:pPr>
            <a:r>
              <a:rPr lang="en-US" dirty="0"/>
              <a:t>3. Use Athena Query – Workgroup –Ingestion Workgroup</a:t>
            </a:r>
            <a:endParaRPr lang="en-GB" dirty="0"/>
          </a:p>
        </p:txBody>
      </p:sp>
    </p:spTree>
    <p:extLst>
      <p:ext uri="{BB962C8B-B14F-4D97-AF65-F5344CB8AC3E}">
        <p14:creationId xmlns:p14="http://schemas.microsoft.com/office/powerpoint/2010/main" val="12953108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5.jp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7.xm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8.xml"/><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0.xml"/><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1.xml"/><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2.xml"/><Relationship Id="rId4"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3.xml"/><Relationship Id="rId4"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4.xml"/><Relationship Id="rId4"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5.xml"/><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6.xml"/><Relationship Id="rId4"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8.xml"/><Relationship Id="rId4"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9.xml"/><Relationship Id="rId4"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1.xml"/><Relationship Id="rId4"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2.xml"/><Relationship Id="rId4"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53.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2812045"/>
          </a:xfrm>
        </p:spPr>
        <p:txBody>
          <a:bodyPr anchor="t">
            <a:noAutofit/>
          </a:bodyPr>
          <a:lstStyle>
            <a:lvl1pPr>
              <a:defRPr sz="6000">
                <a:solidFill>
                  <a:schemeClr val="bg1"/>
                </a:solidFill>
              </a:defRPr>
            </a:lvl1pPr>
          </a:lstStyle>
          <a:p>
            <a:r>
              <a:rPr lang="en-US" dirty="0"/>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
        <p:nvSpPr>
          <p:cNvPr id="3" name="Footer Placeholder 2"/>
          <p:cNvSpPr>
            <a:spLocks noGrp="1"/>
          </p:cNvSpPr>
          <p:nvPr>
            <p:ph type="ftr" sz="quarter" idx="11"/>
          </p:nvPr>
        </p:nvSpPr>
        <p:spPr/>
        <p:txBody>
          <a:bodyPr/>
          <a:lstStyle>
            <a:lvl1pPr>
              <a:defRPr>
                <a:solidFill>
                  <a:schemeClr val="bg1"/>
                </a:solidFill>
              </a:defRPr>
            </a:lvl1pPr>
          </a:lstStyle>
          <a:p>
            <a:r>
              <a:rPr lang="en-US" dirty="0"/>
              <a:t>© 2021 Amazon Web Services, Inc. or its Affiliates. All rights reserved.</a:t>
            </a:r>
          </a:p>
        </p:txBody>
      </p:sp>
      <p:sp>
        <p:nvSpPr>
          <p:cNvPr id="6" name="Slide Number Placeholder 5"/>
          <p:cNvSpPr>
            <a:spLocks noGrp="1"/>
          </p:cNvSpPr>
          <p:nvPr>
            <p:ph type="sldNum" sz="quarter" idx="12"/>
          </p:nvPr>
        </p:nvSpPr>
        <p:spPr/>
        <p:txBody>
          <a:bodyPr/>
          <a:lstStyle/>
          <a:p>
            <a:fld id="{B6A95138-A96E-2F42-A959-2EFD44FE4AB7}" type="slidenum">
              <a:rPr lang="en-US" smtClean="0"/>
              <a:pPr/>
              <a:t>‹#›</a:t>
            </a:fld>
            <a:endParaRPr lang="en-US" dirty="0"/>
          </a:p>
        </p:txBody>
      </p:sp>
    </p:spTree>
    <p:custDataLst>
      <p:tags r:id="rId1"/>
    </p:custDataLst>
    <p:extLst>
      <p:ext uri="{BB962C8B-B14F-4D97-AF65-F5344CB8AC3E}">
        <p14:creationId xmlns:p14="http://schemas.microsoft.com/office/powerpoint/2010/main" val="333318580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ew 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2038608"/>
            <a:ext cx="11353800" cy="1871664"/>
          </a:xfrm>
        </p:spPr>
        <p:txBody>
          <a:bodyPr>
            <a:noAutofit/>
          </a:bodyPr>
          <a:lstStyle>
            <a:lvl1pPr algn="ctr">
              <a:defRPr sz="6000">
                <a:solidFill>
                  <a:schemeClr val="bg1"/>
                </a:solidFill>
              </a:defRPr>
            </a:lvl1pPr>
          </a:lstStyle>
          <a:p>
            <a:r>
              <a:rPr lang="en-US" dirty="0"/>
              <a:t>Click to add course title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1435417"/>
            <a:ext cx="8059738" cy="488498"/>
          </a:xfrm>
        </p:spPr>
        <p:txBody>
          <a:bodyPr>
            <a:normAutofit/>
          </a:bodyPr>
          <a:lstStyle>
            <a:lvl1pPr marL="0" indent="0">
              <a:buNone/>
              <a:defRPr sz="2000" b="0" spc="300" baseline="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OPTINAL USE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cxnSp>
        <p:nvCxnSpPr>
          <p:cNvPr id="9" name="Straight Connector 8"/>
          <p:cNvCxnSpPr/>
          <p:nvPr userDrawn="1"/>
        </p:nvCxnSpPr>
        <p:spPr>
          <a:xfrm>
            <a:off x="1157037" y="3910272"/>
            <a:ext cx="9877927"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6" name="Text Placeholder 5"/>
          <p:cNvSpPr>
            <a:spLocks noGrp="1"/>
          </p:cNvSpPr>
          <p:nvPr>
            <p:ph type="body" sz="quarter" idx="11" hasCustomPrompt="1"/>
          </p:nvPr>
        </p:nvSpPr>
        <p:spPr>
          <a:xfrm>
            <a:off x="419100" y="3910013"/>
            <a:ext cx="11353800" cy="1782762"/>
          </a:xfrm>
        </p:spPr>
        <p:txBody>
          <a:bodyPr anchor="ctr">
            <a:normAutofit/>
          </a:bodyPr>
          <a:lstStyle>
            <a:lvl1pPr marL="0" indent="0" algn="ctr">
              <a:buNone/>
              <a:defRPr sz="4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add Module number and title</a:t>
            </a:r>
          </a:p>
        </p:txBody>
      </p:sp>
      <p:sp>
        <p:nvSpPr>
          <p:cNvPr id="8" name="Footer Placeholder 7"/>
          <p:cNvSpPr>
            <a:spLocks noGrp="1"/>
          </p:cNvSpPr>
          <p:nvPr>
            <p:ph type="ftr" sz="quarter" idx="12"/>
          </p:nvPr>
        </p:nvSpPr>
        <p:spPr/>
        <p:txBody>
          <a:bodyPr/>
          <a:lstStyle>
            <a:lvl1pPr>
              <a:defRPr>
                <a:solidFill>
                  <a:schemeClr val="bg1"/>
                </a:solidFill>
              </a:defRPr>
            </a:lvl1pPr>
          </a:lstStyle>
          <a:p>
            <a:r>
              <a:rPr lang="en-US" dirty="0"/>
              <a:t>© 2021 Amazon Web Services, Inc. or its Affiliates. All rights reserved.</a:t>
            </a:r>
          </a:p>
        </p:txBody>
      </p:sp>
    </p:spTree>
    <p:custDataLst>
      <p:tags r:id="rId1"/>
    </p:custDataLst>
    <p:extLst>
      <p:ext uri="{BB962C8B-B14F-4D97-AF65-F5344CB8AC3E}">
        <p14:creationId xmlns:p14="http://schemas.microsoft.com/office/powerpoint/2010/main" val="2167762038"/>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Instructor Introductio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0" y="-1050"/>
            <a:ext cx="12188952" cy="6860911"/>
          </a:xfrm>
          <a:prstGeom prst="rect">
            <a:avLst/>
          </a:prstGeom>
        </p:spPr>
      </p:pic>
      <p:sp>
        <p:nvSpPr>
          <p:cNvPr id="22" name="Rectangle 21">
            <a:extLst>
              <a:ext uri="{FF2B5EF4-FFF2-40B4-BE49-F238E27FC236}">
                <a16:creationId xmlns:a16="http://schemas.microsoft.com/office/drawing/2014/main" id="{457AF45B-C20A-5F4E-906A-B043D9D7F28E}"/>
              </a:ext>
            </a:extLst>
          </p:cNvPr>
          <p:cNvSpPr/>
          <p:nvPr userDrawn="1"/>
        </p:nvSpPr>
        <p:spPr>
          <a:xfrm>
            <a:off x="6307043" y="0"/>
            <a:ext cx="5884957" cy="6875492"/>
          </a:xfrm>
          <a:prstGeom prst="rect">
            <a:avLst/>
          </a:prstGeom>
          <a:solidFill>
            <a:srgbClr val="232F3E"/>
          </a:solidFill>
          <a:ln w="9525" cap="flat" cmpd="sng" algn="ctr">
            <a:noFill/>
            <a:prstDash val="solid"/>
          </a:ln>
          <a:effectLst/>
        </p:spPr>
        <p:txBody>
          <a:bodyPr rtlCol="0" anchor="ctr"/>
          <a:lstStyle/>
          <a:p>
            <a:pPr marL="0" marR="0" lvl="0" indent="0" algn="ctr" defTabSz="45706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23" name="Picture 2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4"/>
          <a:srcRect l="39690" t="3208" r="5228" b="21597"/>
          <a:stretch/>
        </p:blipFill>
        <p:spPr>
          <a:xfrm>
            <a:off x="7654952" y="3141868"/>
            <a:ext cx="4537048" cy="3716132"/>
          </a:xfrm>
          <a:prstGeom prst="rect">
            <a:avLst/>
          </a:prstGeom>
        </p:spPr>
      </p:pic>
      <p:sp>
        <p:nvSpPr>
          <p:cNvPr id="18" name="Rectangle 17"/>
          <p:cNvSpPr/>
          <p:nvPr userDrawn="1"/>
        </p:nvSpPr>
        <p:spPr>
          <a:xfrm>
            <a:off x="6421343" y="412928"/>
            <a:ext cx="1636776" cy="1636776"/>
          </a:xfrm>
          <a:prstGeom prst="rect">
            <a:avLst/>
          </a:prstGeom>
          <a:solidFill>
            <a:schemeClr val="tx2"/>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p:cNvSpPr>
            <a:spLocks noGrp="1"/>
          </p:cNvSpPr>
          <p:nvPr>
            <p:ph type="pic" sz="quarter" idx="13" hasCustomPrompt="1"/>
          </p:nvPr>
        </p:nvSpPr>
        <p:spPr>
          <a:xfrm>
            <a:off x="6447569" y="435788"/>
            <a:ext cx="1584325" cy="1581912"/>
          </a:xfrm>
        </p:spPr>
        <p:txBody>
          <a:bodyPr>
            <a:normAutofit/>
          </a:bodyPr>
          <a:lstStyle>
            <a:lvl1pPr marL="0" indent="0" algn="ctr">
              <a:buNone/>
              <a:defRPr sz="2000">
                <a:solidFill>
                  <a:schemeClr val="bg1"/>
                </a:solidFill>
              </a:defRPr>
            </a:lvl1pPr>
          </a:lstStyle>
          <a:p>
            <a:r>
              <a:rPr lang="en-US" dirty="0"/>
              <a:t>Instructor photo</a:t>
            </a:r>
          </a:p>
        </p:txBody>
      </p:sp>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32439" y="765988"/>
            <a:ext cx="5746964" cy="3817559"/>
          </a:xfrm>
        </p:spPr>
        <p:txBody>
          <a:bodyPr anchor="t">
            <a:noAutofit/>
          </a:bodyPr>
          <a:lstStyle>
            <a:lvl1pPr algn="ctr">
              <a:defRPr sz="6000">
                <a:solidFill>
                  <a:schemeClr val="bg1"/>
                </a:solidFill>
              </a:defRPr>
            </a:lvl1pPr>
          </a:lstStyle>
          <a:p>
            <a:r>
              <a:rPr lang="en-US" dirty="0"/>
              <a:t>Enter </a:t>
            </a:r>
            <a:br>
              <a:rPr lang="en-US" dirty="0"/>
            </a:br>
            <a:r>
              <a:rPr lang="en-US" dirty="0"/>
              <a:t>course title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5"/>
          <a:stretch>
            <a:fillRect/>
          </a:stretch>
        </p:blipFill>
        <p:spPr>
          <a:xfrm>
            <a:off x="9861952" y="6089839"/>
            <a:ext cx="1910948" cy="449073"/>
          </a:xfrm>
          <a:prstGeom prst="rect">
            <a:avLst/>
          </a:prstGeom>
        </p:spPr>
      </p:pic>
      <p:cxnSp>
        <p:nvCxnSpPr>
          <p:cNvPr id="9" name="Straight Connector 8"/>
          <p:cNvCxnSpPr/>
          <p:nvPr userDrawn="1"/>
        </p:nvCxnSpPr>
        <p:spPr>
          <a:xfrm>
            <a:off x="8077722" y="924231"/>
            <a:ext cx="4114800"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6" name="Text Placeholder 5"/>
          <p:cNvSpPr>
            <a:spLocks noGrp="1"/>
          </p:cNvSpPr>
          <p:nvPr>
            <p:ph type="body" sz="quarter" idx="11" hasCustomPrompt="1"/>
          </p:nvPr>
        </p:nvSpPr>
        <p:spPr>
          <a:xfrm>
            <a:off x="8097499" y="1002529"/>
            <a:ext cx="3764302" cy="1021776"/>
          </a:xfrm>
        </p:spPr>
        <p:txBody>
          <a:bodyPr anchor="t">
            <a:normAutofit/>
          </a:bodyPr>
          <a:lstStyle>
            <a:lvl1pPr marL="0" indent="0" algn="l">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8" name="Footer Placeholder 7"/>
          <p:cNvSpPr>
            <a:spLocks noGrp="1"/>
          </p:cNvSpPr>
          <p:nvPr>
            <p:ph type="ftr" sz="quarter" idx="12"/>
          </p:nvPr>
        </p:nvSpPr>
        <p:spPr>
          <a:xfrm>
            <a:off x="419101" y="6356353"/>
            <a:ext cx="3926528" cy="323848"/>
          </a:xfrm>
        </p:spPr>
        <p:txBody>
          <a:bodyPr/>
          <a:lstStyle>
            <a:lvl1pPr>
              <a:defRPr>
                <a:solidFill>
                  <a:schemeClr val="bg1"/>
                </a:solidFill>
              </a:defRPr>
            </a:lvl1pPr>
          </a:lstStyle>
          <a:p>
            <a:r>
              <a:rPr lang="en-US" dirty="0"/>
              <a:t>© 2021 Amazon Web Services, Inc. or its Affiliates. All rights reserved.</a:t>
            </a:r>
          </a:p>
        </p:txBody>
      </p:sp>
      <p:sp>
        <p:nvSpPr>
          <p:cNvPr id="3" name="TextBox 2"/>
          <p:cNvSpPr txBox="1"/>
          <p:nvPr userDrawn="1"/>
        </p:nvSpPr>
        <p:spPr>
          <a:xfrm>
            <a:off x="2266214" y="254528"/>
            <a:ext cx="2079415"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Welcome to</a:t>
            </a:r>
          </a:p>
        </p:txBody>
      </p:sp>
      <p:sp>
        <p:nvSpPr>
          <p:cNvPr id="13" name="Text Placeholder 5"/>
          <p:cNvSpPr>
            <a:spLocks noGrp="1"/>
          </p:cNvSpPr>
          <p:nvPr>
            <p:ph type="body" sz="quarter" idx="14" hasCustomPrompt="1"/>
          </p:nvPr>
        </p:nvSpPr>
        <p:spPr>
          <a:xfrm>
            <a:off x="654775" y="5463827"/>
            <a:ext cx="5524628" cy="627245"/>
          </a:xfrm>
        </p:spPr>
        <p:txBody>
          <a:bodyPr anchor="t">
            <a:normAutofit/>
          </a:bodyPr>
          <a:lstStyle>
            <a:lvl1pPr marL="0" indent="0" algn="l">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14" name="TextBox 13"/>
          <p:cNvSpPr txBox="1"/>
          <p:nvPr userDrawn="1"/>
        </p:nvSpPr>
        <p:spPr>
          <a:xfrm>
            <a:off x="419100" y="4848827"/>
            <a:ext cx="3789820"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This training will begin:</a:t>
            </a:r>
          </a:p>
        </p:txBody>
      </p:sp>
      <p:sp>
        <p:nvSpPr>
          <p:cNvPr id="15" name="TextBox 14"/>
          <p:cNvSpPr txBox="1"/>
          <p:nvPr userDrawn="1"/>
        </p:nvSpPr>
        <p:spPr>
          <a:xfrm>
            <a:off x="8077723" y="412928"/>
            <a:ext cx="2920992"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Your instructor is:</a:t>
            </a:r>
          </a:p>
        </p:txBody>
      </p:sp>
      <p:cxnSp>
        <p:nvCxnSpPr>
          <p:cNvPr id="17" name="Straight Connector 16"/>
          <p:cNvCxnSpPr/>
          <p:nvPr userDrawn="1"/>
        </p:nvCxnSpPr>
        <p:spPr>
          <a:xfrm>
            <a:off x="304799" y="4775930"/>
            <a:ext cx="6002244"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19" name="Text Placeholder 5"/>
          <p:cNvSpPr>
            <a:spLocks noGrp="1"/>
          </p:cNvSpPr>
          <p:nvPr>
            <p:ph type="body" sz="quarter" idx="15" hasCustomPrompt="1"/>
          </p:nvPr>
        </p:nvSpPr>
        <p:spPr>
          <a:xfrm>
            <a:off x="6510242" y="2920118"/>
            <a:ext cx="5351558" cy="3126829"/>
          </a:xfrm>
        </p:spPr>
        <p:txBody>
          <a:bodyPr anchor="t">
            <a:normAutofit/>
          </a:bodyPr>
          <a:lstStyle>
            <a:lvl1pPr marL="0" indent="0" algn="l">
              <a:buNone/>
              <a:defRPr sz="1800"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and any other resources the student needs to have loaded</a:t>
            </a:r>
          </a:p>
        </p:txBody>
      </p:sp>
      <p:sp>
        <p:nvSpPr>
          <p:cNvPr id="20" name="TextBox 19"/>
          <p:cNvSpPr txBox="1"/>
          <p:nvPr userDrawn="1"/>
        </p:nvSpPr>
        <p:spPr>
          <a:xfrm>
            <a:off x="6447569" y="2330518"/>
            <a:ext cx="4168129"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Connect to the following:</a:t>
            </a:r>
          </a:p>
        </p:txBody>
      </p:sp>
      <p:cxnSp>
        <p:nvCxnSpPr>
          <p:cNvPr id="21" name="Straight Connector 20"/>
          <p:cNvCxnSpPr/>
          <p:nvPr userDrawn="1"/>
        </p:nvCxnSpPr>
        <p:spPr>
          <a:xfrm>
            <a:off x="6431280" y="2841821"/>
            <a:ext cx="5760720" cy="0"/>
          </a:xfrm>
          <a:prstGeom prst="line">
            <a:avLst/>
          </a:prstGeom>
          <a:ln w="38100"/>
        </p:spPr>
        <p:style>
          <a:lnRef idx="3">
            <a:schemeClr val="accent3"/>
          </a:lnRef>
          <a:fillRef idx="0">
            <a:schemeClr val="accent3"/>
          </a:fillRef>
          <a:effectRef idx="2">
            <a:schemeClr val="accent3"/>
          </a:effectRef>
          <a:fontRef idx="minor">
            <a:schemeClr val="tx1"/>
          </a:fontRef>
        </p:style>
      </p:cxnSp>
    </p:spTree>
    <p:custDataLst>
      <p:tags r:id="rId1"/>
    </p:custDataLst>
    <p:extLst>
      <p:ext uri="{BB962C8B-B14F-4D97-AF65-F5344CB8AC3E}">
        <p14:creationId xmlns:p14="http://schemas.microsoft.com/office/powerpoint/2010/main" val="2025132077"/>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Instructor Introductio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0" y="-1050"/>
            <a:ext cx="12188952" cy="6860911"/>
          </a:xfrm>
          <a:prstGeom prst="rect">
            <a:avLst/>
          </a:prstGeom>
        </p:spPr>
      </p:pic>
      <p:sp>
        <p:nvSpPr>
          <p:cNvPr id="22" name="Rectangle 21">
            <a:extLst>
              <a:ext uri="{FF2B5EF4-FFF2-40B4-BE49-F238E27FC236}">
                <a16:creationId xmlns:a16="http://schemas.microsoft.com/office/drawing/2014/main" id="{457AF45B-C20A-5F4E-906A-B043D9D7F28E}"/>
              </a:ext>
            </a:extLst>
          </p:cNvPr>
          <p:cNvSpPr/>
          <p:nvPr userDrawn="1"/>
        </p:nvSpPr>
        <p:spPr>
          <a:xfrm>
            <a:off x="6307043" y="0"/>
            <a:ext cx="5884957" cy="6875492"/>
          </a:xfrm>
          <a:prstGeom prst="rect">
            <a:avLst/>
          </a:prstGeom>
          <a:solidFill>
            <a:srgbClr val="232F3E"/>
          </a:solidFill>
          <a:ln w="9525" cap="flat" cmpd="sng" algn="ctr">
            <a:noFill/>
            <a:prstDash val="solid"/>
          </a:ln>
          <a:effectLst/>
        </p:spPr>
        <p:txBody>
          <a:bodyPr rtlCol="0" anchor="ctr"/>
          <a:lstStyle/>
          <a:p>
            <a:pPr marL="0" marR="0" lvl="0" indent="0" algn="ctr" defTabSz="45706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23" name="Picture 2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4"/>
          <a:srcRect l="39690" t="3208" r="5228" b="21597"/>
          <a:stretch/>
        </p:blipFill>
        <p:spPr>
          <a:xfrm>
            <a:off x="7654952" y="3141868"/>
            <a:ext cx="4537048" cy="3716132"/>
          </a:xfrm>
          <a:prstGeom prst="rect">
            <a:avLst/>
          </a:prstGeom>
        </p:spPr>
      </p:pic>
      <p:sp>
        <p:nvSpPr>
          <p:cNvPr id="18" name="Rectangle 17"/>
          <p:cNvSpPr/>
          <p:nvPr userDrawn="1"/>
        </p:nvSpPr>
        <p:spPr>
          <a:xfrm>
            <a:off x="6421343" y="412928"/>
            <a:ext cx="1636776" cy="1636776"/>
          </a:xfrm>
          <a:prstGeom prst="rect">
            <a:avLst/>
          </a:prstGeom>
          <a:solidFill>
            <a:schemeClr val="tx2"/>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p:cNvSpPr>
            <a:spLocks noGrp="1"/>
          </p:cNvSpPr>
          <p:nvPr>
            <p:ph type="pic" sz="quarter" idx="13" hasCustomPrompt="1"/>
          </p:nvPr>
        </p:nvSpPr>
        <p:spPr>
          <a:xfrm>
            <a:off x="6447569" y="435788"/>
            <a:ext cx="1584325" cy="1581912"/>
          </a:xfrm>
        </p:spPr>
        <p:txBody>
          <a:bodyPr>
            <a:normAutofit/>
          </a:bodyPr>
          <a:lstStyle>
            <a:lvl1pPr marL="0" indent="0" algn="ctr">
              <a:buNone/>
              <a:defRPr sz="2000">
                <a:solidFill>
                  <a:schemeClr val="bg1"/>
                </a:solidFill>
              </a:defRPr>
            </a:lvl1pPr>
          </a:lstStyle>
          <a:p>
            <a:r>
              <a:rPr lang="en-US" dirty="0"/>
              <a:t>Instructor photo</a:t>
            </a:r>
          </a:p>
        </p:txBody>
      </p:sp>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32439" y="765988"/>
            <a:ext cx="5746964" cy="3817559"/>
          </a:xfrm>
        </p:spPr>
        <p:txBody>
          <a:bodyPr anchor="t">
            <a:noAutofit/>
          </a:bodyPr>
          <a:lstStyle>
            <a:lvl1pPr algn="ctr">
              <a:defRPr sz="6000">
                <a:solidFill>
                  <a:schemeClr val="bg1"/>
                </a:solidFill>
              </a:defRPr>
            </a:lvl1pPr>
          </a:lstStyle>
          <a:p>
            <a:r>
              <a:rPr lang="en-US" dirty="0"/>
              <a:t>Enter </a:t>
            </a:r>
            <a:br>
              <a:rPr lang="en-US" dirty="0"/>
            </a:br>
            <a:r>
              <a:rPr lang="en-US" dirty="0"/>
              <a:t>course title</a:t>
            </a:r>
          </a:p>
        </p:txBody>
      </p:sp>
      <p:cxnSp>
        <p:nvCxnSpPr>
          <p:cNvPr id="9" name="Straight Connector 8"/>
          <p:cNvCxnSpPr/>
          <p:nvPr userDrawn="1"/>
        </p:nvCxnSpPr>
        <p:spPr>
          <a:xfrm>
            <a:off x="8077722" y="924231"/>
            <a:ext cx="4114800"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6" name="Text Placeholder 5"/>
          <p:cNvSpPr>
            <a:spLocks noGrp="1"/>
          </p:cNvSpPr>
          <p:nvPr>
            <p:ph type="body" sz="quarter" idx="11" hasCustomPrompt="1"/>
          </p:nvPr>
        </p:nvSpPr>
        <p:spPr>
          <a:xfrm>
            <a:off x="8097499" y="1002529"/>
            <a:ext cx="3764302" cy="1021776"/>
          </a:xfrm>
        </p:spPr>
        <p:txBody>
          <a:bodyPr anchor="t">
            <a:normAutofit/>
          </a:bodyPr>
          <a:lstStyle>
            <a:lvl1pPr marL="0" indent="0" algn="l">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8" name="Footer Placeholder 7"/>
          <p:cNvSpPr>
            <a:spLocks noGrp="1"/>
          </p:cNvSpPr>
          <p:nvPr>
            <p:ph type="ftr" sz="quarter" idx="12"/>
          </p:nvPr>
        </p:nvSpPr>
        <p:spPr>
          <a:xfrm>
            <a:off x="419101" y="6356353"/>
            <a:ext cx="3926528" cy="323848"/>
          </a:xfrm>
        </p:spPr>
        <p:txBody>
          <a:bodyPr/>
          <a:lstStyle>
            <a:lvl1pPr>
              <a:defRPr>
                <a:solidFill>
                  <a:schemeClr val="bg1"/>
                </a:solidFill>
              </a:defRPr>
            </a:lvl1pPr>
          </a:lstStyle>
          <a:p>
            <a:r>
              <a:rPr lang="en-US" dirty="0"/>
              <a:t>© 2021 Amazon Web Services, Inc. or its Affiliates. All rights reserved.</a:t>
            </a:r>
          </a:p>
        </p:txBody>
      </p:sp>
      <p:sp>
        <p:nvSpPr>
          <p:cNvPr id="3" name="TextBox 2"/>
          <p:cNvSpPr txBox="1"/>
          <p:nvPr userDrawn="1"/>
        </p:nvSpPr>
        <p:spPr>
          <a:xfrm>
            <a:off x="2266214" y="254528"/>
            <a:ext cx="2079415"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Welcome to</a:t>
            </a:r>
          </a:p>
        </p:txBody>
      </p:sp>
      <p:sp>
        <p:nvSpPr>
          <p:cNvPr id="13" name="Text Placeholder 5"/>
          <p:cNvSpPr>
            <a:spLocks noGrp="1"/>
          </p:cNvSpPr>
          <p:nvPr>
            <p:ph type="body" sz="quarter" idx="14" hasCustomPrompt="1"/>
          </p:nvPr>
        </p:nvSpPr>
        <p:spPr>
          <a:xfrm>
            <a:off x="654775" y="5463827"/>
            <a:ext cx="5524628" cy="627245"/>
          </a:xfrm>
        </p:spPr>
        <p:txBody>
          <a:bodyPr anchor="t">
            <a:normAutofit/>
          </a:bodyPr>
          <a:lstStyle>
            <a:lvl1pPr marL="0" indent="0" algn="l">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14" name="TextBox 13"/>
          <p:cNvSpPr txBox="1"/>
          <p:nvPr userDrawn="1"/>
        </p:nvSpPr>
        <p:spPr>
          <a:xfrm>
            <a:off x="419100" y="4848827"/>
            <a:ext cx="3789820"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This training will begin:</a:t>
            </a:r>
          </a:p>
        </p:txBody>
      </p:sp>
      <p:sp>
        <p:nvSpPr>
          <p:cNvPr id="15" name="TextBox 14"/>
          <p:cNvSpPr txBox="1"/>
          <p:nvPr userDrawn="1"/>
        </p:nvSpPr>
        <p:spPr>
          <a:xfrm>
            <a:off x="8077723" y="412928"/>
            <a:ext cx="2920992"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Your instructor is:</a:t>
            </a:r>
          </a:p>
        </p:txBody>
      </p:sp>
      <p:cxnSp>
        <p:nvCxnSpPr>
          <p:cNvPr id="17" name="Straight Connector 16"/>
          <p:cNvCxnSpPr/>
          <p:nvPr userDrawn="1"/>
        </p:nvCxnSpPr>
        <p:spPr>
          <a:xfrm>
            <a:off x="304799" y="4775930"/>
            <a:ext cx="6002244"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33" name="Rectangle 32">
            <a:extLst>
              <a:ext uri="{FF2B5EF4-FFF2-40B4-BE49-F238E27FC236}">
                <a16:creationId xmlns:a16="http://schemas.microsoft.com/office/drawing/2014/main" id="{457AF45B-C20A-5F4E-906A-B043D9D7F28E}"/>
              </a:ext>
            </a:extLst>
          </p:cNvPr>
          <p:cNvSpPr/>
          <p:nvPr userDrawn="1"/>
        </p:nvSpPr>
        <p:spPr>
          <a:xfrm>
            <a:off x="7656576" y="3146508"/>
            <a:ext cx="4535424" cy="3711492"/>
          </a:xfrm>
          <a:prstGeom prst="rect">
            <a:avLst/>
          </a:prstGeom>
          <a:solidFill>
            <a:srgbClr val="232F3E">
              <a:alpha val="50196"/>
            </a:srgbClr>
          </a:solidFill>
          <a:ln w="9525" cap="flat" cmpd="sng" algn="ctr">
            <a:noFill/>
            <a:prstDash val="solid"/>
          </a:ln>
          <a:effectLst/>
        </p:spPr>
        <p:txBody>
          <a:bodyPr rtlCol="0" anchor="ctr"/>
          <a:lstStyle/>
          <a:p>
            <a:pPr marL="0" marR="0" lvl="0" indent="0" algn="ctr" defTabSz="45706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5"/>
          <a:stretch>
            <a:fillRect/>
          </a:stretch>
        </p:blipFill>
        <p:spPr>
          <a:xfrm>
            <a:off x="9861952" y="6089839"/>
            <a:ext cx="1910948" cy="449073"/>
          </a:xfrm>
          <a:prstGeom prst="rect">
            <a:avLst/>
          </a:prstGeom>
        </p:spPr>
      </p:pic>
      <p:sp>
        <p:nvSpPr>
          <p:cNvPr id="24" name="Rectangle 23"/>
          <p:cNvSpPr/>
          <p:nvPr userDrawn="1"/>
        </p:nvSpPr>
        <p:spPr>
          <a:xfrm>
            <a:off x="6421343" y="2190928"/>
            <a:ext cx="1636776" cy="1636776"/>
          </a:xfrm>
          <a:prstGeom prst="rect">
            <a:avLst/>
          </a:prstGeom>
          <a:solidFill>
            <a:schemeClr val="tx2"/>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Picture Placeholder 11"/>
          <p:cNvSpPr>
            <a:spLocks noGrp="1"/>
          </p:cNvSpPr>
          <p:nvPr>
            <p:ph type="pic" sz="quarter" idx="15" hasCustomPrompt="1"/>
          </p:nvPr>
        </p:nvSpPr>
        <p:spPr>
          <a:xfrm>
            <a:off x="6447569" y="2213788"/>
            <a:ext cx="1584325" cy="1581912"/>
          </a:xfrm>
        </p:spPr>
        <p:txBody>
          <a:bodyPr>
            <a:normAutofit/>
          </a:bodyPr>
          <a:lstStyle>
            <a:lvl1pPr marL="0" indent="0" algn="ctr">
              <a:buNone/>
              <a:defRPr sz="2000">
                <a:solidFill>
                  <a:schemeClr val="bg1"/>
                </a:solidFill>
              </a:defRPr>
            </a:lvl1pPr>
          </a:lstStyle>
          <a:p>
            <a:r>
              <a:rPr lang="en-US" dirty="0"/>
              <a:t>Instructor photo</a:t>
            </a:r>
          </a:p>
        </p:txBody>
      </p:sp>
      <p:cxnSp>
        <p:nvCxnSpPr>
          <p:cNvPr id="26" name="Straight Connector 25"/>
          <p:cNvCxnSpPr/>
          <p:nvPr userDrawn="1"/>
        </p:nvCxnSpPr>
        <p:spPr>
          <a:xfrm>
            <a:off x="8077722" y="2702231"/>
            <a:ext cx="4114800"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27" name="Text Placeholder 5"/>
          <p:cNvSpPr>
            <a:spLocks noGrp="1"/>
          </p:cNvSpPr>
          <p:nvPr>
            <p:ph type="body" sz="quarter" idx="16" hasCustomPrompt="1"/>
          </p:nvPr>
        </p:nvSpPr>
        <p:spPr>
          <a:xfrm>
            <a:off x="8097499" y="2780529"/>
            <a:ext cx="3764302" cy="1021776"/>
          </a:xfrm>
        </p:spPr>
        <p:txBody>
          <a:bodyPr anchor="t">
            <a:normAutofit/>
          </a:bodyPr>
          <a:lstStyle>
            <a:lvl1pPr marL="0" indent="0" algn="l">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8" name="TextBox 27"/>
          <p:cNvSpPr txBox="1"/>
          <p:nvPr userDrawn="1"/>
        </p:nvSpPr>
        <p:spPr>
          <a:xfrm>
            <a:off x="8077723" y="2190928"/>
            <a:ext cx="3793026"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Supporting this course:</a:t>
            </a:r>
          </a:p>
        </p:txBody>
      </p:sp>
      <p:sp>
        <p:nvSpPr>
          <p:cNvPr id="30" name="Text Placeholder 5"/>
          <p:cNvSpPr>
            <a:spLocks noGrp="1"/>
          </p:cNvSpPr>
          <p:nvPr>
            <p:ph type="body" sz="quarter" idx="17" hasCustomPrompt="1"/>
          </p:nvPr>
        </p:nvSpPr>
        <p:spPr>
          <a:xfrm>
            <a:off x="6510242" y="4494919"/>
            <a:ext cx="5351558" cy="1593060"/>
          </a:xfrm>
        </p:spPr>
        <p:txBody>
          <a:bodyPr anchor="t">
            <a:normAutofit/>
          </a:bodyPr>
          <a:lstStyle>
            <a:lvl1pPr marL="0" indent="0" algn="l">
              <a:buNone/>
              <a:defRPr sz="1800"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and any other resources the student needs to have loaded</a:t>
            </a:r>
          </a:p>
        </p:txBody>
      </p:sp>
      <p:sp>
        <p:nvSpPr>
          <p:cNvPr id="31" name="TextBox 30"/>
          <p:cNvSpPr txBox="1"/>
          <p:nvPr userDrawn="1"/>
        </p:nvSpPr>
        <p:spPr>
          <a:xfrm>
            <a:off x="6447569" y="3905318"/>
            <a:ext cx="4168129"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Connect to the following:</a:t>
            </a:r>
          </a:p>
        </p:txBody>
      </p:sp>
      <p:cxnSp>
        <p:nvCxnSpPr>
          <p:cNvPr id="32" name="Straight Connector 31"/>
          <p:cNvCxnSpPr/>
          <p:nvPr userDrawn="1"/>
        </p:nvCxnSpPr>
        <p:spPr>
          <a:xfrm>
            <a:off x="6431280" y="4416621"/>
            <a:ext cx="5760720" cy="0"/>
          </a:xfrm>
          <a:prstGeom prst="line">
            <a:avLst/>
          </a:prstGeom>
          <a:ln w="38100"/>
        </p:spPr>
        <p:style>
          <a:lnRef idx="3">
            <a:schemeClr val="accent3"/>
          </a:lnRef>
          <a:fillRef idx="0">
            <a:schemeClr val="accent3"/>
          </a:fillRef>
          <a:effectRef idx="2">
            <a:schemeClr val="accent3"/>
          </a:effectRef>
          <a:fontRef idx="minor">
            <a:schemeClr val="tx1"/>
          </a:fontRef>
        </p:style>
      </p:cxnSp>
    </p:spTree>
    <p:custDataLst>
      <p:tags r:id="rId1"/>
    </p:custDataLst>
    <p:extLst>
      <p:ext uri="{BB962C8B-B14F-4D97-AF65-F5344CB8AC3E}">
        <p14:creationId xmlns:p14="http://schemas.microsoft.com/office/powerpoint/2010/main" val="4044439112"/>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urse Informatio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0" y="-1050"/>
            <a:ext cx="12188952" cy="6860911"/>
          </a:xfrm>
          <a:prstGeom prst="rect">
            <a:avLst/>
          </a:prstGeom>
        </p:spPr>
      </p:pic>
      <p:sp>
        <p:nvSpPr>
          <p:cNvPr id="22" name="Rectangle 21">
            <a:extLst>
              <a:ext uri="{FF2B5EF4-FFF2-40B4-BE49-F238E27FC236}">
                <a16:creationId xmlns:a16="http://schemas.microsoft.com/office/drawing/2014/main" id="{457AF45B-C20A-5F4E-906A-B043D9D7F28E}"/>
              </a:ext>
            </a:extLst>
          </p:cNvPr>
          <p:cNvSpPr/>
          <p:nvPr userDrawn="1"/>
        </p:nvSpPr>
        <p:spPr>
          <a:xfrm>
            <a:off x="6307043" y="0"/>
            <a:ext cx="5884957" cy="6875492"/>
          </a:xfrm>
          <a:prstGeom prst="rect">
            <a:avLst/>
          </a:prstGeom>
          <a:solidFill>
            <a:srgbClr val="232F3E"/>
          </a:solidFill>
          <a:ln w="9525" cap="flat" cmpd="sng" algn="ctr">
            <a:noFill/>
            <a:prstDash val="solid"/>
          </a:ln>
          <a:effectLst/>
        </p:spPr>
        <p:txBody>
          <a:bodyPr rtlCol="0" anchor="ctr"/>
          <a:lstStyle/>
          <a:p>
            <a:pPr marL="0" marR="0" lvl="0" indent="0" algn="ctr" defTabSz="45706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23" name="Picture 2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4"/>
          <a:srcRect l="39690" t="3208" r="5228" b="21597"/>
          <a:stretch/>
        </p:blipFill>
        <p:spPr>
          <a:xfrm>
            <a:off x="7654952" y="3141868"/>
            <a:ext cx="4537048" cy="371613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32439" y="765988"/>
            <a:ext cx="5746964" cy="3817559"/>
          </a:xfrm>
        </p:spPr>
        <p:txBody>
          <a:bodyPr anchor="t">
            <a:noAutofit/>
          </a:bodyPr>
          <a:lstStyle>
            <a:lvl1pPr algn="ctr">
              <a:defRPr sz="6000">
                <a:solidFill>
                  <a:schemeClr val="bg1"/>
                </a:solidFill>
              </a:defRPr>
            </a:lvl1pPr>
          </a:lstStyle>
          <a:p>
            <a:r>
              <a:rPr lang="en-US" dirty="0"/>
              <a:t>Enter </a:t>
            </a:r>
            <a:br>
              <a:rPr lang="en-US" dirty="0"/>
            </a:br>
            <a:r>
              <a:rPr lang="en-US" dirty="0"/>
              <a:t>course title</a:t>
            </a:r>
          </a:p>
        </p:txBody>
      </p:sp>
      <p:sp>
        <p:nvSpPr>
          <p:cNvPr id="8" name="Footer Placeholder 7"/>
          <p:cNvSpPr>
            <a:spLocks noGrp="1"/>
          </p:cNvSpPr>
          <p:nvPr>
            <p:ph type="ftr" sz="quarter" idx="12"/>
          </p:nvPr>
        </p:nvSpPr>
        <p:spPr>
          <a:xfrm>
            <a:off x="419101" y="6356353"/>
            <a:ext cx="3926528" cy="323848"/>
          </a:xfrm>
        </p:spPr>
        <p:txBody>
          <a:bodyPr/>
          <a:lstStyle>
            <a:lvl1pPr>
              <a:defRPr>
                <a:solidFill>
                  <a:schemeClr val="bg1"/>
                </a:solidFill>
              </a:defRPr>
            </a:lvl1pPr>
          </a:lstStyle>
          <a:p>
            <a:r>
              <a:rPr lang="en-US" dirty="0"/>
              <a:t>© 2021 Amazon Web Services, Inc. or its Affiliates. All rights reserved.</a:t>
            </a:r>
          </a:p>
        </p:txBody>
      </p:sp>
      <p:sp>
        <p:nvSpPr>
          <p:cNvPr id="3" name="TextBox 2"/>
          <p:cNvSpPr txBox="1"/>
          <p:nvPr userDrawn="1"/>
        </p:nvSpPr>
        <p:spPr>
          <a:xfrm>
            <a:off x="2266214" y="254528"/>
            <a:ext cx="2079415"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Welcome to</a:t>
            </a:r>
          </a:p>
        </p:txBody>
      </p:sp>
      <p:sp>
        <p:nvSpPr>
          <p:cNvPr id="13" name="Text Placeholder 5"/>
          <p:cNvSpPr>
            <a:spLocks noGrp="1"/>
          </p:cNvSpPr>
          <p:nvPr>
            <p:ph type="body" sz="quarter" idx="14" hasCustomPrompt="1"/>
          </p:nvPr>
        </p:nvSpPr>
        <p:spPr>
          <a:xfrm>
            <a:off x="654775" y="5463827"/>
            <a:ext cx="5524628" cy="627245"/>
          </a:xfrm>
        </p:spPr>
        <p:txBody>
          <a:bodyPr anchor="t">
            <a:normAutofit/>
          </a:bodyPr>
          <a:lstStyle>
            <a:lvl1pPr marL="0" indent="0" algn="l">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14" name="TextBox 13"/>
          <p:cNvSpPr txBox="1"/>
          <p:nvPr userDrawn="1"/>
        </p:nvSpPr>
        <p:spPr>
          <a:xfrm>
            <a:off x="419100" y="4848827"/>
            <a:ext cx="3789820" cy="523220"/>
          </a:xfrm>
          <a:prstGeom prst="rect">
            <a:avLst/>
          </a:prstGeom>
          <a:noFill/>
        </p:spPr>
        <p:txBody>
          <a:bodyPr wrap="none" rtlCol="0">
            <a:spAutoFit/>
          </a:bodyPr>
          <a:lstStyle/>
          <a:p>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This training will begin:</a:t>
            </a:r>
          </a:p>
        </p:txBody>
      </p:sp>
      <p:cxnSp>
        <p:nvCxnSpPr>
          <p:cNvPr id="17" name="Straight Connector 16"/>
          <p:cNvCxnSpPr/>
          <p:nvPr userDrawn="1"/>
        </p:nvCxnSpPr>
        <p:spPr>
          <a:xfrm>
            <a:off x="304799" y="4775930"/>
            <a:ext cx="6002244" cy="0"/>
          </a:xfrm>
          <a:prstGeom prst="line">
            <a:avLst/>
          </a:prstGeom>
          <a:ln w="38100"/>
        </p:spPr>
        <p:style>
          <a:lnRef idx="3">
            <a:schemeClr val="accent3"/>
          </a:lnRef>
          <a:fillRef idx="0">
            <a:schemeClr val="accent3"/>
          </a:fillRef>
          <a:effectRef idx="2">
            <a:schemeClr val="accent3"/>
          </a:effectRef>
          <a:fontRef idx="minor">
            <a:schemeClr val="tx1"/>
          </a:fontRef>
        </p:style>
      </p:cxnSp>
      <p:cxnSp>
        <p:nvCxnSpPr>
          <p:cNvPr id="21" name="Straight Connector 20"/>
          <p:cNvCxnSpPr/>
          <p:nvPr userDrawn="1"/>
        </p:nvCxnSpPr>
        <p:spPr>
          <a:xfrm>
            <a:off x="6431280" y="771721"/>
            <a:ext cx="5760720"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10" name="Text Placeholder 9"/>
          <p:cNvSpPr>
            <a:spLocks noGrp="1"/>
          </p:cNvSpPr>
          <p:nvPr>
            <p:ph type="body" sz="quarter" idx="16" hasCustomPrompt="1"/>
          </p:nvPr>
        </p:nvSpPr>
        <p:spPr>
          <a:xfrm>
            <a:off x="6510338" y="254000"/>
            <a:ext cx="5351462" cy="512763"/>
          </a:xfrm>
        </p:spPr>
        <p:txBody>
          <a:bodyPr/>
          <a:lstStyle>
            <a:lvl1pPr marL="0" indent="0">
              <a:buNone/>
              <a:defRPr baseline="0">
                <a:solidFill>
                  <a:schemeClr val="bg1"/>
                </a:solidFill>
              </a:defRPr>
            </a:lvl1pPr>
          </a:lstStyle>
          <a:p>
            <a:pPr lvl="0"/>
            <a:r>
              <a:rPr lang="en-US" dirty="0"/>
              <a:t>Edit slide title</a:t>
            </a:r>
          </a:p>
        </p:txBody>
      </p:sp>
      <p:sp>
        <p:nvSpPr>
          <p:cNvPr id="24" name="Rectangle 23">
            <a:extLst>
              <a:ext uri="{FF2B5EF4-FFF2-40B4-BE49-F238E27FC236}">
                <a16:creationId xmlns:a16="http://schemas.microsoft.com/office/drawing/2014/main" id="{457AF45B-C20A-5F4E-906A-B043D9D7F28E}"/>
              </a:ext>
            </a:extLst>
          </p:cNvPr>
          <p:cNvSpPr/>
          <p:nvPr userDrawn="1"/>
        </p:nvSpPr>
        <p:spPr>
          <a:xfrm>
            <a:off x="7656576" y="3146508"/>
            <a:ext cx="4535424" cy="3711492"/>
          </a:xfrm>
          <a:prstGeom prst="rect">
            <a:avLst/>
          </a:prstGeom>
          <a:solidFill>
            <a:srgbClr val="232F3E">
              <a:alpha val="50196"/>
            </a:srgbClr>
          </a:solidFill>
          <a:ln w="9525" cap="flat" cmpd="sng" algn="ctr">
            <a:noFill/>
            <a:prstDash val="solid"/>
          </a:ln>
          <a:effectLst/>
        </p:spPr>
        <p:txBody>
          <a:bodyPr rtlCol="0" anchor="ctr"/>
          <a:lstStyle/>
          <a:p>
            <a:pPr marL="0" marR="0" lvl="0" indent="0" algn="ctr" defTabSz="457063"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5"/>
          <a:stretch>
            <a:fillRect/>
          </a:stretch>
        </p:blipFill>
        <p:spPr>
          <a:xfrm>
            <a:off x="9861952" y="6089839"/>
            <a:ext cx="1910948" cy="449073"/>
          </a:xfrm>
          <a:prstGeom prst="rect">
            <a:avLst/>
          </a:prstGeom>
        </p:spPr>
      </p:pic>
      <p:sp>
        <p:nvSpPr>
          <p:cNvPr id="19" name="Text Placeholder 5"/>
          <p:cNvSpPr>
            <a:spLocks noGrp="1"/>
          </p:cNvSpPr>
          <p:nvPr>
            <p:ph type="body" sz="quarter" idx="15" hasCustomPrompt="1"/>
          </p:nvPr>
        </p:nvSpPr>
        <p:spPr>
          <a:xfrm>
            <a:off x="6510242" y="850018"/>
            <a:ext cx="5351558" cy="5106282"/>
          </a:xfrm>
        </p:spPr>
        <p:txBody>
          <a:bodyPr anchor="t">
            <a:normAutofit/>
          </a:bodyPr>
          <a:lstStyle>
            <a:lvl1pPr marL="0" indent="0" algn="l">
              <a:buNone/>
              <a:defRPr sz="1800"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here</a:t>
            </a:r>
          </a:p>
        </p:txBody>
      </p:sp>
    </p:spTree>
    <p:custDataLst>
      <p:tags r:id="rId1"/>
    </p:custDataLst>
    <p:extLst>
      <p:ext uri="{BB962C8B-B14F-4D97-AF65-F5344CB8AC3E}">
        <p14:creationId xmlns:p14="http://schemas.microsoft.com/office/powerpoint/2010/main" val="402427571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7654952" y="3141868"/>
            <a:ext cx="4537048" cy="3716132"/>
          </a:xfrm>
          <a:prstGeom prst="rect">
            <a:avLst/>
          </a:prstGeom>
        </p:spPr>
      </p:pic>
      <p:pic>
        <p:nvPicPr>
          <p:cNvPr id="8" name="Picture 7"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rot="10800000">
            <a:off x="0" y="0"/>
            <a:ext cx="4537048" cy="3716132"/>
          </a:xfrm>
          <a:prstGeom prst="rect">
            <a:avLst/>
          </a:prstGeom>
        </p:spPr>
      </p:pic>
      <p:sp>
        <p:nvSpPr>
          <p:cNvPr id="14" name="Title 1">
            <a:extLst>
              <a:ext uri="{FF2B5EF4-FFF2-40B4-BE49-F238E27FC236}">
                <a16:creationId xmlns:a16="http://schemas.microsoft.com/office/drawing/2014/main" id="{B407F2DB-F618-9B42-B761-D4AC79DC3498}"/>
              </a:ext>
            </a:extLst>
          </p:cNvPr>
          <p:cNvSpPr>
            <a:spLocks noGrp="1"/>
          </p:cNvSpPr>
          <p:nvPr>
            <p:ph type="title" hasCustomPrompt="1"/>
          </p:nvPr>
        </p:nvSpPr>
        <p:spPr>
          <a:xfrm>
            <a:off x="419100" y="3191940"/>
            <a:ext cx="11353800" cy="2897899"/>
          </a:xfrm>
        </p:spPr>
        <p:txBody>
          <a:bodyPr anchor="t">
            <a:noAutofit/>
          </a:bodyPr>
          <a:lstStyle>
            <a:lvl1pPr>
              <a:defRPr sz="6000">
                <a:solidFill>
                  <a:schemeClr val="bg1"/>
                </a:solidFill>
              </a:defRPr>
            </a:lvl1pPr>
          </a:lstStyle>
          <a:p>
            <a:r>
              <a:rPr lang="en-US" dirty="0"/>
              <a:t>Click to add topic title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baseline="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TOPIC LETTER</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4231695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dirty="0"/>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Tree>
    <p:custDataLst>
      <p:tags r:id="rId1"/>
    </p:custDataLst>
    <p:extLst>
      <p:ext uri="{BB962C8B-B14F-4D97-AF65-F5344CB8AC3E}">
        <p14:creationId xmlns:p14="http://schemas.microsoft.com/office/powerpoint/2010/main" val="2337681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estion sl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2021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5"/>
            <a:ext cx="4268647" cy="3163824"/>
          </a:xfrm>
          <a:prstGeom prst="rect">
            <a:avLst/>
          </a:prstGeom>
        </p:spPr>
        <p:txBody>
          <a:bodyPr anchor="t"/>
          <a:lstStyle>
            <a:lvl1pPr>
              <a:defRPr>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1357644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view-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2021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5"/>
            <a:ext cx="4268647" cy="3163824"/>
          </a:xfrm>
          <a:prstGeom prst="rect">
            <a:avLst/>
          </a:prstGeom>
        </p:spPr>
        <p:txBody>
          <a:bodyPr anchor="t"/>
          <a:lstStyle>
            <a:lvl1pPr>
              <a:defRPr>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
        <p:nvSpPr>
          <p:cNvPr id="6" name="Picture Placeholder 5"/>
          <p:cNvSpPr>
            <a:spLocks noGrp="1" noChangeAspect="1"/>
          </p:cNvSpPr>
          <p:nvPr>
            <p:ph type="pic" sz="quarter" idx="20"/>
          </p:nvPr>
        </p:nvSpPr>
        <p:spPr>
          <a:xfrm>
            <a:off x="6077488" y="3547720"/>
            <a:ext cx="1828800" cy="1828800"/>
          </a:xfrm>
        </p:spPr>
        <p:txBody>
          <a:bodyPr>
            <a:normAutofit/>
          </a:bodyPr>
          <a:lstStyle>
            <a:lvl1pPr marL="0" indent="0" algn="ctr">
              <a:buNone/>
              <a:defRPr sz="1800"/>
            </a:lvl1pPr>
          </a:lstStyle>
          <a:p>
            <a:endParaRPr lang="en-US" dirty="0"/>
          </a:p>
        </p:txBody>
      </p:sp>
      <p:sp>
        <p:nvSpPr>
          <p:cNvPr id="15" name="Picture Placeholder 5"/>
          <p:cNvSpPr>
            <a:spLocks noGrp="1" noChangeAspect="1"/>
          </p:cNvSpPr>
          <p:nvPr>
            <p:ph type="pic" sz="quarter" idx="21"/>
          </p:nvPr>
        </p:nvSpPr>
        <p:spPr>
          <a:xfrm>
            <a:off x="9409036" y="3547720"/>
            <a:ext cx="1828800" cy="1828800"/>
          </a:xfrm>
        </p:spPr>
        <p:txBody>
          <a:bodyPr>
            <a:normAutofit/>
          </a:bodyPr>
          <a:lstStyle>
            <a:lvl1pPr marL="0" indent="0" algn="ctr">
              <a:buNone/>
              <a:defRPr sz="1800"/>
            </a:lvl1pPr>
          </a:lstStyle>
          <a:p>
            <a:endParaRPr lang="en-US" dirty="0"/>
          </a:p>
        </p:txBody>
      </p:sp>
      <p:sp>
        <p:nvSpPr>
          <p:cNvPr id="16" name="Picture Placeholder 5"/>
          <p:cNvSpPr>
            <a:spLocks noGrp="1" noChangeAspect="1"/>
          </p:cNvSpPr>
          <p:nvPr>
            <p:ph type="pic" sz="quarter" idx="22"/>
          </p:nvPr>
        </p:nvSpPr>
        <p:spPr>
          <a:xfrm>
            <a:off x="9409036" y="933630"/>
            <a:ext cx="1828800" cy="1828800"/>
          </a:xfrm>
        </p:spPr>
        <p:txBody>
          <a:bodyPr>
            <a:normAutofit/>
          </a:bodyPr>
          <a:lstStyle>
            <a:lvl1pPr marL="0" indent="0" algn="ctr">
              <a:buNone/>
              <a:defRPr sz="1800"/>
            </a:lvl1pPr>
          </a:lstStyle>
          <a:p>
            <a:endParaRPr lang="en-US" dirty="0"/>
          </a:p>
        </p:txBody>
      </p:sp>
      <p:sp>
        <p:nvSpPr>
          <p:cNvPr id="17" name="Picture Placeholder 5"/>
          <p:cNvSpPr>
            <a:spLocks noGrp="1" noChangeAspect="1"/>
          </p:cNvSpPr>
          <p:nvPr>
            <p:ph type="pic" sz="quarter" idx="23"/>
          </p:nvPr>
        </p:nvSpPr>
        <p:spPr>
          <a:xfrm>
            <a:off x="6077488" y="933630"/>
            <a:ext cx="1828800" cy="1828800"/>
          </a:xfrm>
        </p:spPr>
        <p:txBody>
          <a:bodyPr>
            <a:normAutofit/>
          </a:bodyPr>
          <a:lstStyle>
            <a:lvl1pPr marL="0" indent="0" algn="ctr">
              <a:buNone/>
              <a:defRPr sz="1800"/>
            </a:lvl1pPr>
          </a:lstStyle>
          <a:p>
            <a:endParaRPr lang="en-US" dirty="0"/>
          </a:p>
        </p:txBody>
      </p:sp>
      <p:sp>
        <p:nvSpPr>
          <p:cNvPr id="18" name="Text Placeholder 6"/>
          <p:cNvSpPr>
            <a:spLocks noGrp="1"/>
          </p:cNvSpPr>
          <p:nvPr>
            <p:ph type="body" sz="quarter" idx="28" hasCustomPrompt="1"/>
          </p:nvPr>
        </p:nvSpPr>
        <p:spPr>
          <a:xfrm>
            <a:off x="6077488" y="2785075"/>
            <a:ext cx="1828800" cy="674687"/>
          </a:xfrm>
        </p:spPr>
        <p:txBody>
          <a:bodyPr>
            <a:noAutofit/>
          </a:bodyPr>
          <a:lstStyle>
            <a:lvl1pPr marL="0" indent="0" algn="ctr">
              <a:buNone/>
              <a:defRPr sz="2000" baseline="0"/>
            </a:lvl1pPr>
          </a:lstStyle>
          <a:p>
            <a:pPr lvl="0"/>
            <a:r>
              <a:rPr lang="en-US" dirty="0"/>
              <a:t>Picture description</a:t>
            </a:r>
          </a:p>
        </p:txBody>
      </p:sp>
      <p:sp>
        <p:nvSpPr>
          <p:cNvPr id="19" name="Text Placeholder 6"/>
          <p:cNvSpPr>
            <a:spLocks noGrp="1"/>
          </p:cNvSpPr>
          <p:nvPr>
            <p:ph type="body" sz="quarter" idx="29" hasCustomPrompt="1"/>
          </p:nvPr>
        </p:nvSpPr>
        <p:spPr>
          <a:xfrm>
            <a:off x="9409036" y="2785075"/>
            <a:ext cx="1828800" cy="674687"/>
          </a:xfrm>
        </p:spPr>
        <p:txBody>
          <a:bodyPr>
            <a:noAutofit/>
          </a:bodyPr>
          <a:lstStyle>
            <a:lvl1pPr marL="0" indent="0" algn="ctr">
              <a:buNone/>
              <a:defRPr sz="2000" baseline="0"/>
            </a:lvl1pPr>
          </a:lstStyle>
          <a:p>
            <a:pPr lvl="0"/>
            <a:r>
              <a:rPr lang="en-US" dirty="0"/>
              <a:t>Picture description</a:t>
            </a:r>
          </a:p>
        </p:txBody>
      </p:sp>
      <p:sp>
        <p:nvSpPr>
          <p:cNvPr id="20" name="Text Placeholder 6"/>
          <p:cNvSpPr>
            <a:spLocks noGrp="1"/>
          </p:cNvSpPr>
          <p:nvPr>
            <p:ph type="body" sz="quarter" idx="30" hasCustomPrompt="1"/>
          </p:nvPr>
        </p:nvSpPr>
        <p:spPr>
          <a:xfrm>
            <a:off x="6077488" y="5384684"/>
            <a:ext cx="1828800" cy="674687"/>
          </a:xfrm>
        </p:spPr>
        <p:txBody>
          <a:bodyPr>
            <a:noAutofit/>
          </a:bodyPr>
          <a:lstStyle>
            <a:lvl1pPr marL="0" indent="0" algn="ctr">
              <a:buNone/>
              <a:defRPr sz="2000" baseline="0"/>
            </a:lvl1pPr>
          </a:lstStyle>
          <a:p>
            <a:pPr lvl="0"/>
            <a:r>
              <a:rPr lang="en-US" dirty="0"/>
              <a:t>Picture description</a:t>
            </a:r>
          </a:p>
        </p:txBody>
      </p:sp>
      <p:sp>
        <p:nvSpPr>
          <p:cNvPr id="21" name="Text Placeholder 6"/>
          <p:cNvSpPr>
            <a:spLocks noGrp="1"/>
          </p:cNvSpPr>
          <p:nvPr>
            <p:ph type="body" sz="quarter" idx="31" hasCustomPrompt="1"/>
          </p:nvPr>
        </p:nvSpPr>
        <p:spPr>
          <a:xfrm>
            <a:off x="9409036" y="5384684"/>
            <a:ext cx="1828800" cy="674687"/>
          </a:xfrm>
        </p:spPr>
        <p:txBody>
          <a:bodyPr>
            <a:noAutofit/>
          </a:bodyPr>
          <a:lstStyle>
            <a:lvl1pPr marL="0" indent="0" algn="ctr">
              <a:buNone/>
              <a:defRPr sz="2000" baseline="0"/>
            </a:lvl1pPr>
          </a:lstStyle>
          <a:p>
            <a:pPr lvl="0"/>
            <a:r>
              <a:rPr lang="en-US" dirty="0"/>
              <a:t>Picture description</a:t>
            </a:r>
          </a:p>
        </p:txBody>
      </p:sp>
    </p:spTree>
    <p:custDataLst>
      <p:tags r:id="rId1"/>
    </p:custDataLst>
    <p:extLst>
      <p:ext uri="{BB962C8B-B14F-4D97-AF65-F5344CB8AC3E}">
        <p14:creationId xmlns:p14="http://schemas.microsoft.com/office/powerpoint/2010/main" val="392589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50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8">
                                            <p:txEl>
                                              <p:pRg st="0" end="0"/>
                                            </p:txEl>
                                          </p:spTgt>
                                        </p:tgtEl>
                                        <p:attrNameLst>
                                          <p:attrName>style.visibility</p:attrName>
                                        </p:attrNameLst>
                                      </p:cBhvr>
                                      <p:to>
                                        <p:strVal val="visible"/>
                                      </p:to>
                                    </p:set>
                                    <p:animEffect transition="in" filter="fade">
                                      <p:cBhvr>
                                        <p:cTn id="10" dur="500"/>
                                        <p:tgtEl>
                                          <p:spTgt spid="1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nodePh="1">
                                  <p:stCondLst>
                                    <p:cond delay="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xEl>
                                              <p:pRg st="0" end="0"/>
                                            </p:txEl>
                                          </p:spTgt>
                                        </p:tgtEl>
                                        <p:attrNameLst>
                                          <p:attrName>style.visibility</p:attrName>
                                        </p:attrNameLst>
                                      </p:cBhvr>
                                      <p:to>
                                        <p:strVal val="visible"/>
                                      </p:to>
                                    </p:set>
                                    <p:animEffect transition="in" filter="fade">
                                      <p:cBhvr>
                                        <p:cTn id="18" dur="500"/>
                                        <p:tgtEl>
                                          <p:spTgt spid="1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nodePh="1">
                                  <p:stCondLst>
                                    <p:cond delay="0"/>
                                  </p:stCondLst>
                                  <p:endCondLst>
                                    <p:cond evt="begin" delay="0">
                                      <p:tn val="21"/>
                                    </p:cond>
                                  </p:end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xEl>
                                              <p:pRg st="0" end="0"/>
                                            </p:txEl>
                                          </p:spTgt>
                                        </p:tgtEl>
                                        <p:attrNameLst>
                                          <p:attrName>style.visibility</p:attrName>
                                        </p:attrNameLst>
                                      </p:cBhvr>
                                      <p:to>
                                        <p:strVal val="visible"/>
                                      </p:to>
                                    </p:set>
                                    <p:animEffect transition="in" filter="fade">
                                      <p:cBhvr>
                                        <p:cTn id="26" dur="500"/>
                                        <p:tgtEl>
                                          <p:spTgt spid="20">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nodePh="1">
                                  <p:stCondLst>
                                    <p:cond delay="0"/>
                                  </p:stCondLst>
                                  <p:endCondLst>
                                    <p:cond evt="begin" delay="0">
                                      <p:tn val="29"/>
                                    </p:cond>
                                  </p:end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xEl>
                                              <p:pRg st="0" end="0"/>
                                            </p:txEl>
                                          </p:spTgt>
                                        </p:tgtEl>
                                        <p:attrNameLst>
                                          <p:attrName>style.visibility</p:attrName>
                                        </p:attrNameLst>
                                      </p:cBhvr>
                                      <p:to>
                                        <p:strVal val="visible"/>
                                      </p:to>
                                    </p:set>
                                    <p:animEffect transition="in" filter="fade">
                                      <p:cBhvr>
                                        <p:cTn id="34"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16" grpId="0"/>
      <p:bldP spid="17" grpId="0"/>
      <p:bldP spid="18" grpId="0" build="p">
        <p:tmplLst>
          <p:tmpl lvl="1">
            <p:tnLst>
              <p:par>
                <p:cTn presetID="10" presetClass="entr" presetSubtype="0" fill="hold" nodeType="withEffect">
                  <p:stCondLst>
                    <p:cond delay="50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build="p">
        <p:tmplLst>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view-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2021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5"/>
            <a:ext cx="4268647" cy="3163824"/>
          </a:xfrm>
          <a:prstGeom prst="rect">
            <a:avLst/>
          </a:prstGeom>
        </p:spPr>
        <p:txBody>
          <a:bodyPr anchor="t"/>
          <a:lstStyle>
            <a:lvl1pPr>
              <a:defRPr>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
        <p:nvSpPr>
          <p:cNvPr id="6" name="Picture Placeholder 5"/>
          <p:cNvSpPr>
            <a:spLocks noGrp="1" noChangeAspect="1"/>
          </p:cNvSpPr>
          <p:nvPr>
            <p:ph type="pic" sz="quarter" idx="20"/>
          </p:nvPr>
        </p:nvSpPr>
        <p:spPr>
          <a:xfrm>
            <a:off x="5553888" y="3757921"/>
            <a:ext cx="1645920" cy="1645920"/>
          </a:xfrm>
        </p:spPr>
        <p:txBody>
          <a:bodyPr>
            <a:normAutofit/>
          </a:bodyPr>
          <a:lstStyle>
            <a:lvl1pPr marL="0" indent="0" algn="ctr">
              <a:buNone/>
              <a:defRPr sz="1600"/>
            </a:lvl1pPr>
          </a:lstStyle>
          <a:p>
            <a:endParaRPr lang="en-US" dirty="0"/>
          </a:p>
        </p:txBody>
      </p:sp>
      <p:sp>
        <p:nvSpPr>
          <p:cNvPr id="15" name="Picture Placeholder 5"/>
          <p:cNvSpPr>
            <a:spLocks noGrp="1" noChangeAspect="1"/>
          </p:cNvSpPr>
          <p:nvPr>
            <p:ph type="pic" sz="quarter" idx="21"/>
          </p:nvPr>
        </p:nvSpPr>
        <p:spPr>
          <a:xfrm>
            <a:off x="7848449" y="3757921"/>
            <a:ext cx="1645920" cy="1645920"/>
          </a:xfrm>
        </p:spPr>
        <p:txBody>
          <a:bodyPr>
            <a:normAutofit/>
          </a:bodyPr>
          <a:lstStyle>
            <a:lvl1pPr marL="0" indent="0" algn="ctr">
              <a:buNone/>
              <a:defRPr sz="1600"/>
            </a:lvl1pPr>
          </a:lstStyle>
          <a:p>
            <a:endParaRPr lang="en-US" dirty="0"/>
          </a:p>
        </p:txBody>
      </p:sp>
      <p:sp>
        <p:nvSpPr>
          <p:cNvPr id="16" name="Picture Placeholder 5"/>
          <p:cNvSpPr>
            <a:spLocks noGrp="1" noChangeAspect="1"/>
          </p:cNvSpPr>
          <p:nvPr>
            <p:ph type="pic" sz="quarter" idx="22"/>
          </p:nvPr>
        </p:nvSpPr>
        <p:spPr>
          <a:xfrm>
            <a:off x="7848449" y="1026825"/>
            <a:ext cx="1645920" cy="1645920"/>
          </a:xfrm>
        </p:spPr>
        <p:txBody>
          <a:bodyPr>
            <a:normAutofit/>
          </a:bodyPr>
          <a:lstStyle>
            <a:lvl1pPr marL="0" indent="0" algn="ctr">
              <a:buNone/>
              <a:defRPr sz="1600"/>
            </a:lvl1pPr>
          </a:lstStyle>
          <a:p>
            <a:endParaRPr lang="en-US" dirty="0"/>
          </a:p>
        </p:txBody>
      </p:sp>
      <p:sp>
        <p:nvSpPr>
          <p:cNvPr id="17" name="Picture Placeholder 5"/>
          <p:cNvSpPr>
            <a:spLocks noGrp="1" noChangeAspect="1"/>
          </p:cNvSpPr>
          <p:nvPr>
            <p:ph type="pic" sz="quarter" idx="23"/>
          </p:nvPr>
        </p:nvSpPr>
        <p:spPr>
          <a:xfrm>
            <a:off x="5553888" y="1026825"/>
            <a:ext cx="1645920" cy="1645920"/>
          </a:xfrm>
        </p:spPr>
        <p:txBody>
          <a:bodyPr>
            <a:normAutofit/>
          </a:bodyPr>
          <a:lstStyle>
            <a:lvl1pPr marL="0" indent="0" algn="ctr">
              <a:buNone/>
              <a:defRPr sz="1600"/>
            </a:lvl1pPr>
          </a:lstStyle>
          <a:p>
            <a:endParaRPr lang="en-US" dirty="0"/>
          </a:p>
        </p:txBody>
      </p:sp>
      <p:sp>
        <p:nvSpPr>
          <p:cNvPr id="20" name="Picture Placeholder 5"/>
          <p:cNvSpPr>
            <a:spLocks noGrp="1" noChangeAspect="1"/>
          </p:cNvSpPr>
          <p:nvPr>
            <p:ph type="pic" sz="quarter" idx="26"/>
          </p:nvPr>
        </p:nvSpPr>
        <p:spPr>
          <a:xfrm>
            <a:off x="10143011" y="3757921"/>
            <a:ext cx="1645920" cy="1645920"/>
          </a:xfrm>
        </p:spPr>
        <p:txBody>
          <a:bodyPr>
            <a:normAutofit/>
          </a:bodyPr>
          <a:lstStyle>
            <a:lvl1pPr marL="0" indent="0" algn="ctr">
              <a:buNone/>
              <a:defRPr sz="1600"/>
            </a:lvl1pPr>
          </a:lstStyle>
          <a:p>
            <a:endParaRPr lang="en-US" dirty="0"/>
          </a:p>
        </p:txBody>
      </p:sp>
      <p:sp>
        <p:nvSpPr>
          <p:cNvPr id="21" name="Picture Placeholder 5"/>
          <p:cNvSpPr>
            <a:spLocks noGrp="1" noChangeAspect="1"/>
          </p:cNvSpPr>
          <p:nvPr>
            <p:ph type="pic" sz="quarter" idx="27"/>
          </p:nvPr>
        </p:nvSpPr>
        <p:spPr>
          <a:xfrm>
            <a:off x="10143011" y="1034684"/>
            <a:ext cx="1645920" cy="1645920"/>
          </a:xfrm>
        </p:spPr>
        <p:txBody>
          <a:bodyPr>
            <a:normAutofit/>
          </a:bodyPr>
          <a:lstStyle>
            <a:lvl1pPr marL="0" indent="0" algn="ctr">
              <a:buNone/>
              <a:defRPr sz="1600"/>
            </a:lvl1pPr>
          </a:lstStyle>
          <a:p>
            <a:endParaRPr lang="en-US" dirty="0"/>
          </a:p>
        </p:txBody>
      </p:sp>
      <p:sp>
        <p:nvSpPr>
          <p:cNvPr id="7" name="Text Placeholder 6"/>
          <p:cNvSpPr>
            <a:spLocks noGrp="1"/>
          </p:cNvSpPr>
          <p:nvPr>
            <p:ph type="body" sz="quarter" idx="28" hasCustomPrompt="1"/>
          </p:nvPr>
        </p:nvSpPr>
        <p:spPr>
          <a:xfrm>
            <a:off x="5554663" y="2681288"/>
            <a:ext cx="1644650" cy="674687"/>
          </a:xfrm>
        </p:spPr>
        <p:txBody>
          <a:bodyPr>
            <a:noAutofit/>
          </a:bodyPr>
          <a:lstStyle>
            <a:lvl1pPr marL="0" indent="0" algn="ctr">
              <a:buNone/>
              <a:defRPr sz="2000" baseline="0"/>
            </a:lvl1pPr>
          </a:lstStyle>
          <a:p>
            <a:pPr lvl="0"/>
            <a:r>
              <a:rPr lang="en-US" dirty="0"/>
              <a:t>Picture description</a:t>
            </a:r>
          </a:p>
        </p:txBody>
      </p:sp>
      <p:sp>
        <p:nvSpPr>
          <p:cNvPr id="23" name="Text Placeholder 6"/>
          <p:cNvSpPr>
            <a:spLocks noGrp="1"/>
          </p:cNvSpPr>
          <p:nvPr>
            <p:ph type="body" sz="quarter" idx="29" hasCustomPrompt="1"/>
          </p:nvPr>
        </p:nvSpPr>
        <p:spPr>
          <a:xfrm>
            <a:off x="7848449" y="2681288"/>
            <a:ext cx="1644650" cy="674687"/>
          </a:xfrm>
        </p:spPr>
        <p:txBody>
          <a:bodyPr>
            <a:noAutofit/>
          </a:bodyPr>
          <a:lstStyle>
            <a:lvl1pPr marL="0" indent="0" algn="ctr">
              <a:buNone/>
              <a:defRPr sz="2000" baseline="0"/>
            </a:lvl1pPr>
          </a:lstStyle>
          <a:p>
            <a:pPr lvl="0"/>
            <a:r>
              <a:rPr lang="en-US" dirty="0"/>
              <a:t>Picture description</a:t>
            </a:r>
          </a:p>
        </p:txBody>
      </p:sp>
      <p:sp>
        <p:nvSpPr>
          <p:cNvPr id="24" name="Text Placeholder 6"/>
          <p:cNvSpPr>
            <a:spLocks noGrp="1"/>
          </p:cNvSpPr>
          <p:nvPr>
            <p:ph type="body" sz="quarter" idx="30" hasCustomPrompt="1"/>
          </p:nvPr>
        </p:nvSpPr>
        <p:spPr>
          <a:xfrm>
            <a:off x="10143011" y="2681288"/>
            <a:ext cx="1644650" cy="674687"/>
          </a:xfrm>
        </p:spPr>
        <p:txBody>
          <a:bodyPr>
            <a:noAutofit/>
          </a:bodyPr>
          <a:lstStyle>
            <a:lvl1pPr marL="0" indent="0" algn="ctr">
              <a:buNone/>
              <a:defRPr sz="2000" baseline="0"/>
            </a:lvl1pPr>
          </a:lstStyle>
          <a:p>
            <a:pPr lvl="0"/>
            <a:r>
              <a:rPr lang="en-US" dirty="0"/>
              <a:t>Picture description</a:t>
            </a:r>
          </a:p>
        </p:txBody>
      </p:sp>
      <p:sp>
        <p:nvSpPr>
          <p:cNvPr id="25" name="Text Placeholder 6"/>
          <p:cNvSpPr>
            <a:spLocks noGrp="1"/>
          </p:cNvSpPr>
          <p:nvPr>
            <p:ph type="body" sz="quarter" idx="31" hasCustomPrompt="1"/>
          </p:nvPr>
        </p:nvSpPr>
        <p:spPr>
          <a:xfrm>
            <a:off x="5553888" y="5403841"/>
            <a:ext cx="1644650" cy="674687"/>
          </a:xfrm>
        </p:spPr>
        <p:txBody>
          <a:bodyPr>
            <a:noAutofit/>
          </a:bodyPr>
          <a:lstStyle>
            <a:lvl1pPr marL="0" indent="0" algn="ctr">
              <a:buNone/>
              <a:defRPr sz="2000" baseline="0"/>
            </a:lvl1pPr>
          </a:lstStyle>
          <a:p>
            <a:pPr lvl="0"/>
            <a:r>
              <a:rPr lang="en-US" dirty="0"/>
              <a:t>Picture description</a:t>
            </a:r>
          </a:p>
        </p:txBody>
      </p:sp>
      <p:sp>
        <p:nvSpPr>
          <p:cNvPr id="26" name="Text Placeholder 6"/>
          <p:cNvSpPr>
            <a:spLocks noGrp="1"/>
          </p:cNvSpPr>
          <p:nvPr>
            <p:ph type="body" sz="quarter" idx="32" hasCustomPrompt="1"/>
          </p:nvPr>
        </p:nvSpPr>
        <p:spPr>
          <a:xfrm>
            <a:off x="7848449" y="5403841"/>
            <a:ext cx="1644650" cy="674687"/>
          </a:xfrm>
        </p:spPr>
        <p:txBody>
          <a:bodyPr>
            <a:noAutofit/>
          </a:bodyPr>
          <a:lstStyle>
            <a:lvl1pPr marL="0" indent="0" algn="ctr">
              <a:buNone/>
              <a:defRPr sz="2000" baseline="0"/>
            </a:lvl1pPr>
          </a:lstStyle>
          <a:p>
            <a:pPr lvl="0"/>
            <a:r>
              <a:rPr lang="en-US" dirty="0"/>
              <a:t>Picture description</a:t>
            </a:r>
          </a:p>
        </p:txBody>
      </p:sp>
      <p:sp>
        <p:nvSpPr>
          <p:cNvPr id="27" name="Text Placeholder 6"/>
          <p:cNvSpPr>
            <a:spLocks noGrp="1"/>
          </p:cNvSpPr>
          <p:nvPr>
            <p:ph type="body" sz="quarter" idx="33" hasCustomPrompt="1"/>
          </p:nvPr>
        </p:nvSpPr>
        <p:spPr>
          <a:xfrm>
            <a:off x="10143011" y="5403841"/>
            <a:ext cx="1644650" cy="674687"/>
          </a:xfrm>
        </p:spPr>
        <p:txBody>
          <a:bodyPr>
            <a:noAutofit/>
          </a:bodyPr>
          <a:lstStyle>
            <a:lvl1pPr marL="0" indent="0" algn="ctr">
              <a:buNone/>
              <a:defRPr sz="2000" baseline="0"/>
            </a:lvl1pPr>
          </a:lstStyle>
          <a:p>
            <a:pPr lvl="0"/>
            <a:r>
              <a:rPr lang="en-US" dirty="0"/>
              <a:t>Picture description</a:t>
            </a:r>
          </a:p>
        </p:txBody>
      </p:sp>
    </p:spTree>
    <p:custDataLst>
      <p:tags r:id="rId1"/>
    </p:custDataLst>
    <p:extLst>
      <p:ext uri="{BB962C8B-B14F-4D97-AF65-F5344CB8AC3E}">
        <p14:creationId xmlns:p14="http://schemas.microsoft.com/office/powerpoint/2010/main" val="44513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50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nodePh="1">
                                  <p:stCondLst>
                                    <p:cond delay="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xEl>
                                              <p:pRg st="0" end="0"/>
                                            </p:txEl>
                                          </p:spTgt>
                                        </p:tgtEl>
                                        <p:attrNameLst>
                                          <p:attrName>style.visibility</p:attrName>
                                        </p:attrNameLst>
                                      </p:cBhvr>
                                      <p:to>
                                        <p:strVal val="visible"/>
                                      </p:to>
                                    </p:set>
                                    <p:animEffect transition="in" filter="fade">
                                      <p:cBhvr>
                                        <p:cTn id="18" dur="500"/>
                                        <p:tgtEl>
                                          <p:spTgt spid="2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nodePh="1">
                                  <p:stCondLst>
                                    <p:cond delay="0"/>
                                  </p:stCondLst>
                                  <p:endCondLst>
                                    <p:cond evt="begin" delay="0">
                                      <p:tn val="21"/>
                                    </p:cond>
                                  </p:end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xEl>
                                              <p:pRg st="0" end="0"/>
                                            </p:txEl>
                                          </p:spTgt>
                                        </p:tgtEl>
                                        <p:attrNameLst>
                                          <p:attrName>style.visibility</p:attrName>
                                        </p:attrNameLst>
                                      </p:cBhvr>
                                      <p:to>
                                        <p:strVal val="visible"/>
                                      </p:to>
                                    </p:set>
                                    <p:animEffect transition="in" filter="fade">
                                      <p:cBhvr>
                                        <p:cTn id="26" dur="500"/>
                                        <p:tgtEl>
                                          <p:spTgt spid="2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nodePh="1">
                                  <p:stCondLst>
                                    <p:cond delay="0"/>
                                  </p:stCondLst>
                                  <p:endCondLst>
                                    <p:cond evt="begin" delay="0">
                                      <p:tn val="29"/>
                                    </p:cond>
                                  </p:end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xEl>
                                              <p:pRg st="0" end="0"/>
                                            </p:txEl>
                                          </p:spTgt>
                                        </p:tgtEl>
                                        <p:attrNameLst>
                                          <p:attrName>style.visibility</p:attrName>
                                        </p:attrNameLst>
                                      </p:cBhvr>
                                      <p:to>
                                        <p:strVal val="visible"/>
                                      </p:to>
                                    </p:set>
                                    <p:animEffect transition="in" filter="fade">
                                      <p:cBhvr>
                                        <p:cTn id="34" dur="500"/>
                                        <p:tgtEl>
                                          <p:spTgt spid="25">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nodePh="1">
                                  <p:stCondLst>
                                    <p:cond delay="0"/>
                                  </p:stCondLst>
                                  <p:endCondLst>
                                    <p:cond evt="begin" delay="0">
                                      <p:tn val="37"/>
                                    </p:cond>
                                  </p:end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xEl>
                                              <p:pRg st="0" end="0"/>
                                            </p:txEl>
                                          </p:spTgt>
                                        </p:tgtEl>
                                        <p:attrNameLst>
                                          <p:attrName>style.visibility</p:attrName>
                                        </p:attrNameLst>
                                      </p:cBhvr>
                                      <p:to>
                                        <p:strVal val="visible"/>
                                      </p:to>
                                    </p:set>
                                    <p:animEffect transition="in" filter="fade">
                                      <p:cBhvr>
                                        <p:cTn id="42" dur="500"/>
                                        <p:tgtEl>
                                          <p:spTgt spid="2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nodePh="1">
                                  <p:stCondLst>
                                    <p:cond delay="0"/>
                                  </p:stCondLst>
                                  <p:endCondLst>
                                    <p:cond evt="begin" delay="0">
                                      <p:tn val="45"/>
                                    </p:cond>
                                  </p:end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xEl>
                                              <p:pRg st="0" end="0"/>
                                            </p:txEl>
                                          </p:spTgt>
                                        </p:tgtEl>
                                        <p:attrNameLst>
                                          <p:attrName>style.visibility</p:attrName>
                                        </p:attrNameLst>
                                      </p:cBhvr>
                                      <p:to>
                                        <p:strVal val="visible"/>
                                      </p:to>
                                    </p:set>
                                    <p:animEffect transition="in" filter="fade">
                                      <p:cBhvr>
                                        <p:cTn id="50" dur="5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16" grpId="0"/>
      <p:bldP spid="17" grpId="0"/>
      <p:bldP spid="20" grpId="0"/>
      <p:bldP spid="21" grpId="0"/>
      <p:bldP spid="7" grpId="0" build="p">
        <p:tmplLst>
          <p:tmpl lvl="1">
            <p:tnLst>
              <p:par>
                <p:cTn presetID="10" presetClass="entr" presetSubtype="0" fill="hold" nodeType="withEffect">
                  <p:stCondLst>
                    <p:cond delay="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build="p">
        <p:tmplLst>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7" grpId="0" build="p">
        <p:tmplLst>
          <p:tmpl lvl="1">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500"/>
                        <p:tgtEl>
                          <p:spTgt spid="2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2156448"/>
            <a:ext cx="11353800" cy="2545105"/>
          </a:xfrm>
        </p:spPr>
        <p:txBody>
          <a:bodyPr anchor="ctr">
            <a:noAutofit/>
          </a:bodyPr>
          <a:lstStyle>
            <a:lvl1pPr>
              <a:defRPr sz="6000">
                <a:solidFill>
                  <a:schemeClr val="tx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507082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Tree>
    <p:custDataLst>
      <p:tags r:id="rId1"/>
    </p:custDataLst>
    <p:extLst>
      <p:ext uri="{BB962C8B-B14F-4D97-AF65-F5344CB8AC3E}">
        <p14:creationId xmlns:p14="http://schemas.microsoft.com/office/powerpoint/2010/main" val="3394656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Picture Righ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099" y="1528175"/>
            <a:ext cx="8735043" cy="4648788"/>
          </a:xfrm>
        </p:spPr>
        <p:txBody>
          <a:bodyPr>
            <a:noAutofit/>
          </a:bodyPr>
          <a:lstStyle>
            <a:lvl1pPr>
              <a:defRPr>
                <a:solidFill>
                  <a:srgbClr val="232F3E"/>
                </a:solidFill>
              </a:defRPr>
            </a:lvl1pPr>
            <a:lvl2pPr>
              <a:defRPr>
                <a:solidFill>
                  <a:srgbClr val="232F3E"/>
                </a:solidFill>
              </a:defRPr>
            </a:lvl2pPr>
            <a:lvl3pPr>
              <a:defRPr>
                <a:solidFill>
                  <a:srgbClr val="232F3E"/>
                </a:solidFill>
              </a:defRPr>
            </a:lvl3pPr>
            <a:lvl4pPr>
              <a:defRPr>
                <a:solidFill>
                  <a:srgbClr val="232F3E"/>
                </a:solidFill>
              </a:defRPr>
            </a:lvl4pPr>
            <a:lvl5pPr>
              <a:defRPr>
                <a:solidFill>
                  <a:srgbClr val="232F3E"/>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4" name="Footer Placeholder 3"/>
          <p:cNvSpPr>
            <a:spLocks noGrp="1"/>
          </p:cNvSpPr>
          <p:nvPr>
            <p:ph type="ftr" sz="quarter" idx="13"/>
          </p:nvPr>
        </p:nvSpPr>
        <p:spPr/>
        <p:txBody>
          <a:bodyPr/>
          <a:lstStyle/>
          <a:p>
            <a:r>
              <a:rPr lang="en-US" dirty="0"/>
              <a:t>© 2021 Amazon Web Services, Inc. or its Affiliates. All rights reserved.</a:t>
            </a:r>
          </a:p>
        </p:txBody>
      </p:sp>
      <p:sp>
        <p:nvSpPr>
          <p:cNvPr id="6" name="Picture Placeholder 5"/>
          <p:cNvSpPr>
            <a:spLocks noGrp="1" noChangeAspect="1"/>
          </p:cNvSpPr>
          <p:nvPr>
            <p:ph type="pic" sz="quarter" idx="14"/>
          </p:nvPr>
        </p:nvSpPr>
        <p:spPr>
          <a:xfrm>
            <a:off x="9154143" y="1528175"/>
            <a:ext cx="2743200" cy="2743200"/>
          </a:xfrm>
        </p:spPr>
        <p:txBody>
          <a:bodyPr/>
          <a:lstStyle>
            <a:lvl1pPr marL="0" indent="0" algn="ctr">
              <a:buNone/>
              <a:defRPr/>
            </a:lvl1pPr>
          </a:lstStyle>
          <a:p>
            <a:endParaRPr lang="en-US" dirty="0"/>
          </a:p>
        </p:txBody>
      </p:sp>
      <p:sp>
        <p:nvSpPr>
          <p:cNvPr id="10"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1570744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Service-Inla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9209088" cy="4648788"/>
          </a:xfrm>
        </p:spPr>
        <p:txBody>
          <a:bodyPr>
            <a:noAutofit/>
          </a:bodyPr>
          <a:lstStyle>
            <a:lvl1pPr>
              <a:defRPr>
                <a:solidFill>
                  <a:srgbClr val="232F3E"/>
                </a:solidFill>
              </a:defRPr>
            </a:lvl1pPr>
            <a:lvl2pPr>
              <a:defRPr>
                <a:solidFill>
                  <a:srgbClr val="232F3E"/>
                </a:solidFill>
              </a:defRPr>
            </a:lvl2pPr>
            <a:lvl3pPr>
              <a:defRPr>
                <a:solidFill>
                  <a:srgbClr val="232F3E"/>
                </a:solidFill>
              </a:defRPr>
            </a:lvl3pPr>
            <a:lvl4pPr>
              <a:defRPr>
                <a:solidFill>
                  <a:srgbClr val="232F3E"/>
                </a:solidFill>
              </a:defRPr>
            </a:lvl4pPr>
            <a:lvl5pPr>
              <a:defRPr>
                <a:solidFill>
                  <a:srgbClr val="232F3E"/>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4" name="Footer Placeholder 3"/>
          <p:cNvSpPr>
            <a:spLocks noGrp="1"/>
          </p:cNvSpPr>
          <p:nvPr>
            <p:ph type="ftr" sz="quarter" idx="13"/>
          </p:nvPr>
        </p:nvSpPr>
        <p:spPr/>
        <p:txBody>
          <a:bodyPr/>
          <a:lstStyle/>
          <a:p>
            <a:r>
              <a:rPr lang="en-US" dirty="0"/>
              <a:t>© 2021 Amazon Web Services, Inc. or its Affiliates. All rights reserved.</a:t>
            </a:r>
          </a:p>
        </p:txBody>
      </p:sp>
      <p:sp>
        <p:nvSpPr>
          <p:cNvPr id="11" name="Picture Placeholder 5"/>
          <p:cNvSpPr>
            <a:spLocks noGrp="1"/>
          </p:cNvSpPr>
          <p:nvPr>
            <p:ph type="pic" sz="quarter" idx="16"/>
          </p:nvPr>
        </p:nvSpPr>
        <p:spPr>
          <a:xfrm>
            <a:off x="10116670" y="1528175"/>
            <a:ext cx="1371600" cy="1371600"/>
          </a:xfrm>
        </p:spPr>
        <p:txBody>
          <a:bodyPr/>
          <a:lstStyle>
            <a:lvl1pPr marL="0" indent="0" algn="ctr">
              <a:buNone/>
              <a:defRPr/>
            </a:lvl1pPr>
          </a:lstStyle>
          <a:p>
            <a:endParaRPr lang="en-US" dirty="0"/>
          </a:p>
        </p:txBody>
      </p:sp>
      <p:sp>
        <p:nvSpPr>
          <p:cNvPr id="10" name="Text Placeholder 9"/>
          <p:cNvSpPr>
            <a:spLocks noGrp="1"/>
          </p:cNvSpPr>
          <p:nvPr>
            <p:ph type="body" sz="quarter" idx="17" hasCustomPrompt="1"/>
          </p:nvPr>
        </p:nvSpPr>
        <p:spPr>
          <a:xfrm>
            <a:off x="9628188" y="3028553"/>
            <a:ext cx="2393950" cy="990600"/>
          </a:xfrm>
        </p:spPr>
        <p:txBody>
          <a:bodyPr>
            <a:normAutofit/>
          </a:bodyPr>
          <a:lstStyle>
            <a:lvl1pPr marL="0" indent="0" algn="ctr">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Service name</a:t>
            </a:r>
          </a:p>
        </p:txBody>
      </p:sp>
      <p:sp>
        <p:nvSpPr>
          <p:cNvPr id="12"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9790583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Picture Text bottom">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1688507" y="4177913"/>
            <a:ext cx="3593592" cy="1999049"/>
          </a:xfrm>
        </p:spPr>
        <p:txBody>
          <a:bodyPr>
            <a:no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956320" y="4173966"/>
            <a:ext cx="3593592" cy="1999049"/>
          </a:xfrm>
        </p:spPr>
        <p:txBody>
          <a:bodyPr>
            <a:no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 name="Footer Placeholder 1"/>
          <p:cNvSpPr>
            <a:spLocks noGrp="1"/>
          </p:cNvSpPr>
          <p:nvPr>
            <p:ph type="ftr" sz="quarter" idx="14"/>
          </p:nvPr>
        </p:nvSpPr>
        <p:spPr/>
        <p:txBody>
          <a:bodyPr/>
          <a:lstStyle/>
          <a:p>
            <a:r>
              <a:rPr lang="en-US" dirty="0"/>
              <a:t>© 2021 Amazon Web Services, Inc. or its Affiliates. All rights reserved.</a:t>
            </a:r>
          </a:p>
        </p:txBody>
      </p:sp>
      <p:sp>
        <p:nvSpPr>
          <p:cNvPr id="4" name="Picture Placeholder 3"/>
          <p:cNvSpPr>
            <a:spLocks noGrp="1"/>
          </p:cNvSpPr>
          <p:nvPr>
            <p:ph type="pic" sz="quarter" idx="15"/>
          </p:nvPr>
        </p:nvSpPr>
        <p:spPr>
          <a:xfrm>
            <a:off x="2195999" y="1582044"/>
            <a:ext cx="2578608" cy="2578608"/>
          </a:xfrm>
        </p:spPr>
        <p:txBody>
          <a:bodyPr/>
          <a:lstStyle>
            <a:lvl1pPr marL="0" indent="0" algn="ctr">
              <a:buNone/>
              <a:defRPr/>
            </a:lvl1pPr>
          </a:lstStyle>
          <a:p>
            <a:endParaRPr lang="en-US" dirty="0"/>
          </a:p>
        </p:txBody>
      </p:sp>
      <p:sp>
        <p:nvSpPr>
          <p:cNvPr id="6" name="Picture Placeholder 5"/>
          <p:cNvSpPr>
            <a:spLocks noGrp="1"/>
          </p:cNvSpPr>
          <p:nvPr>
            <p:ph type="pic" sz="quarter" idx="16"/>
          </p:nvPr>
        </p:nvSpPr>
        <p:spPr>
          <a:xfrm>
            <a:off x="7463812" y="1582044"/>
            <a:ext cx="2578608" cy="2578608"/>
          </a:xfrm>
        </p:spPr>
        <p:txBody>
          <a:bodyPr/>
          <a:lstStyle>
            <a:lvl1pPr marL="0" indent="0" algn="ctr">
              <a:buNone/>
              <a:defRPr/>
            </a:lvl1pPr>
          </a:lstStyle>
          <a:p>
            <a:endParaRPr lang="en-US" dirty="0"/>
          </a:p>
        </p:txBody>
      </p:sp>
      <p:sp>
        <p:nvSpPr>
          <p:cNvPr id="13"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910818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Picture Text Bottom">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4141693"/>
            <a:ext cx="3593592" cy="2031633"/>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4141693"/>
            <a:ext cx="3593592" cy="2031633"/>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296393" y="4141693"/>
            <a:ext cx="3593592" cy="2031633"/>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 name="Footer Placeholder 1"/>
          <p:cNvSpPr>
            <a:spLocks noGrp="1"/>
          </p:cNvSpPr>
          <p:nvPr>
            <p:ph type="ftr" sz="quarter" idx="15"/>
          </p:nvPr>
        </p:nvSpPr>
        <p:spPr/>
        <p:txBody>
          <a:bodyPr/>
          <a:lstStyle/>
          <a:p>
            <a:r>
              <a:rPr lang="en-US" dirty="0"/>
              <a:t>© 2021 Amazon Web Services, Inc. or its Affiliates. All rights reserved.</a:t>
            </a:r>
          </a:p>
        </p:txBody>
      </p:sp>
      <p:sp>
        <p:nvSpPr>
          <p:cNvPr id="4" name="Picture Placeholder 3"/>
          <p:cNvSpPr>
            <a:spLocks noGrp="1"/>
          </p:cNvSpPr>
          <p:nvPr>
            <p:ph type="pic" sz="quarter" idx="16"/>
          </p:nvPr>
        </p:nvSpPr>
        <p:spPr>
          <a:xfrm>
            <a:off x="926592" y="1506269"/>
            <a:ext cx="2578608" cy="2578608"/>
          </a:xfrm>
        </p:spPr>
        <p:txBody>
          <a:bodyPr/>
          <a:lstStyle>
            <a:lvl1pPr marL="0" indent="0" algn="ctr">
              <a:buNone/>
              <a:defRPr/>
            </a:lvl1pPr>
          </a:lstStyle>
          <a:p>
            <a:endParaRPr lang="en-US" dirty="0"/>
          </a:p>
        </p:txBody>
      </p:sp>
      <p:sp>
        <p:nvSpPr>
          <p:cNvPr id="6" name="Picture Placeholder 5"/>
          <p:cNvSpPr>
            <a:spLocks noGrp="1"/>
          </p:cNvSpPr>
          <p:nvPr>
            <p:ph type="pic" sz="quarter" idx="17"/>
          </p:nvPr>
        </p:nvSpPr>
        <p:spPr>
          <a:xfrm>
            <a:off x="4803885" y="1506269"/>
            <a:ext cx="2578608" cy="2578608"/>
          </a:xfrm>
        </p:spPr>
        <p:txBody>
          <a:bodyPr/>
          <a:lstStyle>
            <a:lvl1pPr marL="0" indent="0" algn="ctr">
              <a:buNone/>
              <a:defRPr/>
            </a:lvl1pPr>
          </a:lstStyle>
          <a:p>
            <a:endParaRPr lang="en-US" dirty="0"/>
          </a:p>
        </p:txBody>
      </p:sp>
      <p:sp>
        <p:nvSpPr>
          <p:cNvPr id="8" name="Picture Placeholder 7"/>
          <p:cNvSpPr>
            <a:spLocks noGrp="1"/>
          </p:cNvSpPr>
          <p:nvPr>
            <p:ph type="pic" sz="quarter" idx="18"/>
          </p:nvPr>
        </p:nvSpPr>
        <p:spPr>
          <a:xfrm>
            <a:off x="8681178" y="1506269"/>
            <a:ext cx="2578608" cy="2578608"/>
          </a:xfrm>
        </p:spPr>
        <p:txBody>
          <a:bodyPr/>
          <a:lstStyle>
            <a:lvl1pPr marL="0" indent="0" algn="ctr">
              <a:buNone/>
              <a:defRPr/>
            </a:lvl1pPr>
          </a:lstStyle>
          <a:p>
            <a:endParaRPr lang="en-US" dirty="0"/>
          </a:p>
        </p:txBody>
      </p:sp>
      <p:sp>
        <p:nvSpPr>
          <p:cNvPr id="14"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15454328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Picture Text Bottom">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3939565"/>
            <a:ext cx="2688336" cy="2031633"/>
          </a:xfrm>
        </p:spPr>
        <p:txBody>
          <a:bodyPr>
            <a:no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9071089" y="3939564"/>
            <a:ext cx="2688336" cy="2031633"/>
          </a:xfrm>
        </p:spPr>
        <p:txBody>
          <a:bodyPr>
            <a:no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6187092" y="3939565"/>
            <a:ext cx="2688336" cy="2031633"/>
          </a:xfrm>
        </p:spPr>
        <p:txBody>
          <a:bodyPr>
            <a:no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 name="Footer Placeholder 1"/>
          <p:cNvSpPr>
            <a:spLocks noGrp="1"/>
          </p:cNvSpPr>
          <p:nvPr>
            <p:ph type="ftr" sz="quarter" idx="15"/>
          </p:nvPr>
        </p:nvSpPr>
        <p:spPr/>
        <p:txBody>
          <a:bodyPr/>
          <a:lstStyle/>
          <a:p>
            <a:r>
              <a:rPr lang="en-US" dirty="0"/>
              <a:t>© 2021 Amazon Web Services, Inc. or its Affiliates. All rights reserved.</a:t>
            </a:r>
          </a:p>
        </p:txBody>
      </p:sp>
      <p:sp>
        <p:nvSpPr>
          <p:cNvPr id="4" name="Picture Placeholder 3"/>
          <p:cNvSpPr>
            <a:spLocks noGrp="1"/>
          </p:cNvSpPr>
          <p:nvPr>
            <p:ph type="pic" sz="quarter" idx="16"/>
          </p:nvPr>
        </p:nvSpPr>
        <p:spPr>
          <a:xfrm>
            <a:off x="711708" y="1738912"/>
            <a:ext cx="2103120" cy="2103120"/>
          </a:xfrm>
        </p:spPr>
        <p:txBody>
          <a:bodyPr>
            <a:normAutofit/>
          </a:bodyPr>
          <a:lstStyle>
            <a:lvl1pPr marL="0" indent="0" algn="ctr">
              <a:buNone/>
              <a:defRPr sz="2400"/>
            </a:lvl1pPr>
          </a:lstStyle>
          <a:p>
            <a:endParaRPr lang="en-US" dirty="0"/>
          </a:p>
        </p:txBody>
      </p:sp>
      <p:sp>
        <p:nvSpPr>
          <p:cNvPr id="6" name="Picture Placeholder 5"/>
          <p:cNvSpPr>
            <a:spLocks noGrp="1"/>
          </p:cNvSpPr>
          <p:nvPr>
            <p:ph type="pic" sz="quarter" idx="17"/>
          </p:nvPr>
        </p:nvSpPr>
        <p:spPr>
          <a:xfrm>
            <a:off x="6479700" y="1738912"/>
            <a:ext cx="2103120" cy="2103120"/>
          </a:xfrm>
        </p:spPr>
        <p:txBody>
          <a:bodyPr>
            <a:normAutofit/>
          </a:bodyPr>
          <a:lstStyle>
            <a:lvl1pPr marL="0" indent="0" algn="ctr">
              <a:buNone/>
              <a:defRPr sz="2400"/>
            </a:lvl1pPr>
          </a:lstStyle>
          <a:p>
            <a:endParaRPr lang="en-US" dirty="0"/>
          </a:p>
        </p:txBody>
      </p:sp>
      <p:sp>
        <p:nvSpPr>
          <p:cNvPr id="8" name="Picture Placeholder 7"/>
          <p:cNvSpPr>
            <a:spLocks noGrp="1"/>
          </p:cNvSpPr>
          <p:nvPr>
            <p:ph type="pic" sz="quarter" idx="18"/>
          </p:nvPr>
        </p:nvSpPr>
        <p:spPr>
          <a:xfrm>
            <a:off x="9363697" y="1738912"/>
            <a:ext cx="2103120" cy="2103120"/>
          </a:xfrm>
        </p:spPr>
        <p:txBody>
          <a:bodyPr>
            <a:normAutofit/>
          </a:bodyPr>
          <a:lstStyle>
            <a:lvl1pPr marL="0" indent="0" algn="ctr">
              <a:buNone/>
              <a:defRPr sz="2400"/>
            </a:lvl1pPr>
          </a:lstStyle>
          <a:p>
            <a:endParaRPr lang="en-US" dirty="0"/>
          </a:p>
        </p:txBody>
      </p:sp>
      <p:sp>
        <p:nvSpPr>
          <p:cNvPr id="14" name="Picture Placeholder 5"/>
          <p:cNvSpPr>
            <a:spLocks noGrp="1"/>
          </p:cNvSpPr>
          <p:nvPr>
            <p:ph type="pic" sz="quarter" idx="19"/>
          </p:nvPr>
        </p:nvSpPr>
        <p:spPr>
          <a:xfrm>
            <a:off x="3595704" y="1738912"/>
            <a:ext cx="2103120" cy="2103120"/>
          </a:xfrm>
        </p:spPr>
        <p:txBody>
          <a:bodyPr>
            <a:normAutofit/>
          </a:bodyPr>
          <a:lstStyle>
            <a:lvl1pPr marL="0" indent="0" algn="ctr">
              <a:buNone/>
              <a:defRPr sz="2400"/>
            </a:lvl1pPr>
          </a:lstStyle>
          <a:p>
            <a:endParaRPr lang="en-US" dirty="0"/>
          </a:p>
        </p:txBody>
      </p:sp>
      <p:sp>
        <p:nvSpPr>
          <p:cNvPr id="17" name="Content Placeholder 2">
            <a:extLst>
              <a:ext uri="{FF2B5EF4-FFF2-40B4-BE49-F238E27FC236}">
                <a16:creationId xmlns:a16="http://schemas.microsoft.com/office/drawing/2014/main" id="{F3CCBCC6-BD7A-204B-A666-6793093190FD}"/>
              </a:ext>
            </a:extLst>
          </p:cNvPr>
          <p:cNvSpPr>
            <a:spLocks noGrp="1"/>
          </p:cNvSpPr>
          <p:nvPr>
            <p:ph idx="20"/>
          </p:nvPr>
        </p:nvSpPr>
        <p:spPr>
          <a:xfrm>
            <a:off x="3303096" y="3939565"/>
            <a:ext cx="2688336" cy="2031633"/>
          </a:xfrm>
        </p:spPr>
        <p:txBody>
          <a:bodyPr>
            <a:no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6552553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text + cod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7"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2"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30880065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ive Picture Text Bottom">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 name="Footer Placeholder 1"/>
          <p:cNvSpPr>
            <a:spLocks noGrp="1"/>
          </p:cNvSpPr>
          <p:nvPr>
            <p:ph type="ftr" sz="quarter" idx="15"/>
          </p:nvPr>
        </p:nvSpPr>
        <p:spPr/>
        <p:txBody>
          <a:bodyPr/>
          <a:lstStyle/>
          <a:p>
            <a:r>
              <a:rPr lang="en-US" dirty="0"/>
              <a:t>© 2021 Amazon Web Services, Inc. or its Affiliates. All rights reserved.</a:t>
            </a:r>
          </a:p>
        </p:txBody>
      </p:sp>
      <p:sp>
        <p:nvSpPr>
          <p:cNvPr id="4" name="Picture Placeholder 3"/>
          <p:cNvSpPr>
            <a:spLocks noGrp="1"/>
          </p:cNvSpPr>
          <p:nvPr>
            <p:ph type="pic" sz="quarter" idx="16"/>
          </p:nvPr>
        </p:nvSpPr>
        <p:spPr>
          <a:xfrm>
            <a:off x="407434" y="1669929"/>
            <a:ext cx="2218672" cy="2218672"/>
          </a:xfrm>
        </p:spPr>
        <p:txBody>
          <a:bodyPr>
            <a:normAutofit/>
          </a:bodyPr>
          <a:lstStyle>
            <a:lvl1pPr marL="0" indent="0" algn="ctr">
              <a:buNone/>
              <a:defRPr sz="2400"/>
            </a:lvl1pPr>
          </a:lstStyle>
          <a:p>
            <a:endParaRPr lang="en-US" dirty="0"/>
          </a:p>
        </p:txBody>
      </p:sp>
      <p:sp>
        <p:nvSpPr>
          <p:cNvPr id="6" name="Picture Placeholder 5"/>
          <p:cNvSpPr>
            <a:spLocks noGrp="1"/>
          </p:cNvSpPr>
          <p:nvPr>
            <p:ph type="pic" sz="quarter" idx="17"/>
          </p:nvPr>
        </p:nvSpPr>
        <p:spPr>
          <a:xfrm>
            <a:off x="5011880" y="1669929"/>
            <a:ext cx="2218672" cy="2218672"/>
          </a:xfrm>
        </p:spPr>
        <p:txBody>
          <a:bodyPr>
            <a:normAutofit/>
          </a:bodyPr>
          <a:lstStyle>
            <a:lvl1pPr marL="0" indent="0" algn="ctr">
              <a:buNone/>
              <a:defRPr sz="2400"/>
            </a:lvl1pPr>
          </a:lstStyle>
          <a:p>
            <a:endParaRPr lang="en-US" dirty="0"/>
          </a:p>
        </p:txBody>
      </p:sp>
      <p:sp>
        <p:nvSpPr>
          <p:cNvPr id="8" name="Picture Placeholder 7"/>
          <p:cNvSpPr>
            <a:spLocks noGrp="1"/>
          </p:cNvSpPr>
          <p:nvPr>
            <p:ph type="pic" sz="quarter" idx="18"/>
          </p:nvPr>
        </p:nvSpPr>
        <p:spPr>
          <a:xfrm>
            <a:off x="9616325" y="1659171"/>
            <a:ext cx="2218672" cy="2218672"/>
          </a:xfrm>
        </p:spPr>
        <p:txBody>
          <a:bodyPr>
            <a:normAutofit/>
          </a:bodyPr>
          <a:lstStyle>
            <a:lvl1pPr marL="0" indent="0" algn="ctr">
              <a:buNone/>
              <a:defRPr sz="2400"/>
            </a:lvl1pPr>
          </a:lstStyle>
          <a:p>
            <a:endParaRPr lang="en-US" dirty="0"/>
          </a:p>
        </p:txBody>
      </p:sp>
      <p:sp>
        <p:nvSpPr>
          <p:cNvPr id="17" name="Picture Placeholder 5"/>
          <p:cNvSpPr>
            <a:spLocks noGrp="1"/>
          </p:cNvSpPr>
          <p:nvPr>
            <p:ph type="pic" sz="quarter" idx="20"/>
          </p:nvPr>
        </p:nvSpPr>
        <p:spPr>
          <a:xfrm>
            <a:off x="7314103" y="3006988"/>
            <a:ext cx="2218672" cy="2218672"/>
          </a:xfrm>
        </p:spPr>
        <p:txBody>
          <a:bodyPr>
            <a:normAutofit/>
          </a:bodyPr>
          <a:lstStyle>
            <a:lvl1pPr marL="0" indent="0" algn="ctr">
              <a:buNone/>
              <a:defRPr sz="2400"/>
            </a:lvl1pPr>
          </a:lstStyle>
          <a:p>
            <a:endParaRPr lang="en-US" dirty="0"/>
          </a:p>
        </p:txBody>
      </p:sp>
      <p:sp>
        <p:nvSpPr>
          <p:cNvPr id="20" name="Picture Placeholder 5"/>
          <p:cNvSpPr>
            <a:spLocks noGrp="1"/>
          </p:cNvSpPr>
          <p:nvPr>
            <p:ph type="pic" sz="quarter" idx="22"/>
          </p:nvPr>
        </p:nvSpPr>
        <p:spPr>
          <a:xfrm>
            <a:off x="2709657" y="3006988"/>
            <a:ext cx="2218672" cy="2218672"/>
          </a:xfrm>
        </p:spPr>
        <p:txBody>
          <a:bodyPr>
            <a:normAutofit/>
          </a:bodyPr>
          <a:lstStyle>
            <a:lvl1pPr marL="0" indent="0" algn="ctr">
              <a:buNone/>
              <a:defRPr sz="2400"/>
            </a:lvl1pPr>
          </a:lstStyle>
          <a:p>
            <a:endParaRPr lang="en-US" dirty="0"/>
          </a:p>
        </p:txBody>
      </p:sp>
      <p:sp>
        <p:nvSpPr>
          <p:cNvPr id="23"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
        <p:nvSpPr>
          <p:cNvPr id="5" name="Text Placeholder 4"/>
          <p:cNvSpPr>
            <a:spLocks noGrp="1"/>
          </p:cNvSpPr>
          <p:nvPr>
            <p:ph type="body" sz="quarter" idx="23" hasCustomPrompt="1"/>
          </p:nvPr>
        </p:nvSpPr>
        <p:spPr>
          <a:xfrm>
            <a:off x="407988" y="3903198"/>
            <a:ext cx="2217737" cy="925513"/>
          </a:xfrm>
        </p:spPr>
        <p:txBody>
          <a:bodyPr>
            <a:normAutofit/>
          </a:bodyPr>
          <a:lstStyle>
            <a:lvl1pPr marL="0" indent="0" algn="ctr">
              <a:buNone/>
              <a:defRPr sz="2000" baseline="0"/>
            </a:lvl1pPr>
          </a:lstStyle>
          <a:p>
            <a:pPr lvl="0"/>
            <a:r>
              <a:rPr lang="en-US" dirty="0"/>
              <a:t>Enter image description</a:t>
            </a:r>
          </a:p>
        </p:txBody>
      </p:sp>
      <p:sp>
        <p:nvSpPr>
          <p:cNvPr id="24" name="Text Placeholder 4"/>
          <p:cNvSpPr>
            <a:spLocks noGrp="1"/>
          </p:cNvSpPr>
          <p:nvPr>
            <p:ph type="body" sz="quarter" idx="24" hasCustomPrompt="1"/>
          </p:nvPr>
        </p:nvSpPr>
        <p:spPr>
          <a:xfrm>
            <a:off x="2709657" y="5258161"/>
            <a:ext cx="2217737" cy="925513"/>
          </a:xfrm>
        </p:spPr>
        <p:txBody>
          <a:bodyPr>
            <a:normAutofit/>
          </a:bodyPr>
          <a:lstStyle>
            <a:lvl1pPr marL="0" indent="0" algn="ctr">
              <a:buNone/>
              <a:defRPr sz="2000" baseline="0"/>
            </a:lvl1pPr>
          </a:lstStyle>
          <a:p>
            <a:pPr lvl="0"/>
            <a:r>
              <a:rPr lang="en-US" dirty="0"/>
              <a:t>Enter image description</a:t>
            </a:r>
          </a:p>
        </p:txBody>
      </p:sp>
      <p:sp>
        <p:nvSpPr>
          <p:cNvPr id="25" name="Text Placeholder 4"/>
          <p:cNvSpPr>
            <a:spLocks noGrp="1"/>
          </p:cNvSpPr>
          <p:nvPr>
            <p:ph type="body" sz="quarter" idx="25" hasCustomPrompt="1"/>
          </p:nvPr>
        </p:nvSpPr>
        <p:spPr>
          <a:xfrm>
            <a:off x="5011880" y="3903198"/>
            <a:ext cx="2217737" cy="925513"/>
          </a:xfrm>
        </p:spPr>
        <p:txBody>
          <a:bodyPr>
            <a:normAutofit/>
          </a:bodyPr>
          <a:lstStyle>
            <a:lvl1pPr marL="0" indent="0" algn="ctr">
              <a:buNone/>
              <a:defRPr sz="2000" baseline="0"/>
            </a:lvl1pPr>
          </a:lstStyle>
          <a:p>
            <a:pPr lvl="0"/>
            <a:r>
              <a:rPr lang="en-US" dirty="0"/>
              <a:t>Enter image description</a:t>
            </a:r>
          </a:p>
        </p:txBody>
      </p:sp>
      <p:sp>
        <p:nvSpPr>
          <p:cNvPr id="26" name="Text Placeholder 4"/>
          <p:cNvSpPr>
            <a:spLocks noGrp="1"/>
          </p:cNvSpPr>
          <p:nvPr>
            <p:ph type="body" sz="quarter" idx="26" hasCustomPrompt="1"/>
          </p:nvPr>
        </p:nvSpPr>
        <p:spPr>
          <a:xfrm>
            <a:off x="7314103" y="5258161"/>
            <a:ext cx="2217737" cy="925513"/>
          </a:xfrm>
        </p:spPr>
        <p:txBody>
          <a:bodyPr>
            <a:normAutofit/>
          </a:bodyPr>
          <a:lstStyle>
            <a:lvl1pPr marL="0" indent="0" algn="ctr">
              <a:buNone/>
              <a:defRPr sz="2000" baseline="0"/>
            </a:lvl1pPr>
          </a:lstStyle>
          <a:p>
            <a:pPr lvl="0"/>
            <a:r>
              <a:rPr lang="en-US" dirty="0"/>
              <a:t>Enter image description</a:t>
            </a:r>
          </a:p>
        </p:txBody>
      </p:sp>
      <p:sp>
        <p:nvSpPr>
          <p:cNvPr id="27" name="Text Placeholder 4"/>
          <p:cNvSpPr>
            <a:spLocks noGrp="1"/>
          </p:cNvSpPr>
          <p:nvPr>
            <p:ph type="body" sz="quarter" idx="27" hasCustomPrompt="1"/>
          </p:nvPr>
        </p:nvSpPr>
        <p:spPr>
          <a:xfrm>
            <a:off x="9616325" y="3903198"/>
            <a:ext cx="2217737" cy="925513"/>
          </a:xfrm>
        </p:spPr>
        <p:txBody>
          <a:bodyPr>
            <a:normAutofit/>
          </a:bodyPr>
          <a:lstStyle>
            <a:lvl1pPr marL="0" indent="0" algn="ctr">
              <a:buNone/>
              <a:defRPr sz="2000" baseline="0"/>
            </a:lvl1pPr>
          </a:lstStyle>
          <a:p>
            <a:pPr lvl="0"/>
            <a:r>
              <a:rPr lang="en-US" dirty="0"/>
              <a:t>Enter image description</a:t>
            </a:r>
          </a:p>
        </p:txBody>
      </p:sp>
    </p:spTree>
    <p:custDataLst>
      <p:tags r:id="rId1"/>
    </p:custDataLst>
    <p:extLst>
      <p:ext uri="{BB962C8B-B14F-4D97-AF65-F5344CB8AC3E}">
        <p14:creationId xmlns:p14="http://schemas.microsoft.com/office/powerpoint/2010/main" val="27837123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6"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6119429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4"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3368846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1834902"/>
            <a:ext cx="5504688" cy="439337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31697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1834902"/>
            <a:ext cx="5504688" cy="439337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31697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6"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17784129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843530"/>
            <a:ext cx="3593592" cy="4419247"/>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843531"/>
            <a:ext cx="3593592" cy="4419246"/>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843530"/>
            <a:ext cx="3593592" cy="4419247"/>
          </a:xfrm>
        </p:spPr>
        <p:txBody>
          <a:bodyPr>
            <a:noAutofit/>
          </a:bodyPr>
          <a:lstStyle>
            <a:lvl1pPr>
              <a:defRPr sz="2400"/>
            </a:lvl1pPr>
            <a:lvl2pPr>
              <a:defRPr sz="2000"/>
            </a:lvl2pPr>
            <a:lvl3pPr>
              <a:defRPr sz="18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31697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31697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31697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a:t>
            </a:r>
          </a:p>
        </p:txBody>
      </p:sp>
      <p:sp>
        <p:nvSpPr>
          <p:cNvPr id="17"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911932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1852155"/>
            <a:ext cx="11335473" cy="4410622"/>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31697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5"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7150833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8"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1459530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6"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18551864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2382569"/>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lgn="ctr">
              <a:buNone/>
              <a:defRPr/>
            </a:lvl1pPr>
          </a:lstStyle>
          <a:p>
            <a:endParaRPr lang="en-US" dirty="0"/>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2382569"/>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lgn="ctr">
              <a:buNone/>
              <a:defRPr/>
            </a:lvl1pPr>
          </a:lstStyle>
          <a:p>
            <a:endParaRPr lang="en-US" dirty="0"/>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2382569"/>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lgn="ctr">
              <a:buNone/>
              <a:defRPr/>
            </a:lvl1pPr>
          </a:lstStyle>
          <a:p>
            <a:endParaRPr lang="en-US" dirty="0"/>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2382569"/>
          </a:xfrm>
        </p:spPr>
        <p:txBody>
          <a:bodyPr>
            <a:noAutofit/>
          </a:bodyPr>
          <a:lstStyle>
            <a:lvl1pPr marL="0" indent="0" algn="ctr">
              <a:buNone/>
              <a:defRPr sz="2000" b="0">
                <a:solidFill>
                  <a:schemeClr val="tx1"/>
                </a:solidFill>
              </a:defRPr>
            </a:lvl1pPr>
          </a:lstStyle>
          <a:p>
            <a:pPr lvl="0"/>
            <a:r>
              <a:rPr lang="en-US" dirty="0"/>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lgn="ctr">
              <a:buNone/>
              <a:defRPr/>
            </a:lvl1pPr>
          </a:lstStyle>
          <a:p>
            <a:endParaRPr lang="en-US" dirty="0"/>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6"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1749602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793750"/>
          </a:xfrm>
        </p:spPr>
        <p:txBody>
          <a:bodyPr>
            <a:noAutofit/>
          </a:bodyPr>
          <a:lstStyle>
            <a:lvl1pPr marL="0" indent="0" algn="ctr">
              <a:buNone/>
              <a:defRPr sz="2000" b="0"/>
            </a:lvl1pPr>
          </a:lstStyle>
          <a:p>
            <a:pPr lvl="0"/>
            <a:r>
              <a:rPr lang="en-US" dirty="0"/>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531410"/>
            <a:ext cx="1463040" cy="1463040"/>
          </a:xfrm>
        </p:spPr>
        <p:txBody>
          <a:bodyPr>
            <a:noAutofit/>
          </a:bodyPr>
          <a:lstStyle>
            <a:lvl1pPr marL="0" indent="0" algn="ctr">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793750"/>
          </a:xfrm>
        </p:spPr>
        <p:txBody>
          <a:bodyPr>
            <a:noAutofit/>
          </a:bodyPr>
          <a:lstStyle>
            <a:lvl1pPr marL="0" indent="0" algn="ctr">
              <a:buNone/>
              <a:defRPr sz="2000" b="0"/>
            </a:lvl1pPr>
          </a:lstStyle>
          <a:p>
            <a:pPr lvl="0"/>
            <a:r>
              <a:rPr lang="en-US" dirty="0"/>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793750"/>
          </a:xfrm>
        </p:spPr>
        <p:txBody>
          <a:bodyPr>
            <a:noAutofit/>
          </a:bodyPr>
          <a:lstStyle>
            <a:lvl1pPr marL="0" indent="0" algn="ctr">
              <a:buNone/>
              <a:defRPr sz="2000" b="0"/>
            </a:lvl1pPr>
          </a:lstStyle>
          <a:p>
            <a:pPr lvl="0"/>
            <a:r>
              <a:rPr lang="en-US" dirty="0"/>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793750"/>
          </a:xfrm>
        </p:spPr>
        <p:txBody>
          <a:bodyPr>
            <a:noAutofit/>
          </a:bodyPr>
          <a:lstStyle>
            <a:lvl1pPr marL="0" indent="0" algn="ctr">
              <a:buNone/>
              <a:defRPr sz="2000" b="0"/>
            </a:lvl1pPr>
          </a:lstStyle>
          <a:p>
            <a:pPr lvl="0"/>
            <a:r>
              <a:rPr lang="en-US" dirty="0"/>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3926766" y="2531410"/>
            <a:ext cx="1463040" cy="1463040"/>
          </a:xfrm>
        </p:spPr>
        <p:txBody>
          <a:bodyPr>
            <a:noAutofit/>
          </a:bodyPr>
          <a:lstStyle>
            <a:lvl1pPr marL="0" indent="0" algn="ctr">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788715" y="2531410"/>
            <a:ext cx="1463040" cy="1463040"/>
          </a:xfrm>
        </p:spPr>
        <p:txBody>
          <a:bodyPr>
            <a:noAutofit/>
          </a:bodyPr>
          <a:lstStyle>
            <a:lvl1pPr marL="0" indent="0" algn="ctr">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698172" y="2531410"/>
            <a:ext cx="1463040" cy="1463040"/>
          </a:xfrm>
        </p:spPr>
        <p:txBody>
          <a:bodyPr>
            <a:noAutofit/>
          </a:bodyPr>
          <a:lstStyle>
            <a:lvl1pPr marL="0" indent="0" algn="ctr">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Tree>
    <p:custDataLst>
      <p:tags r:id="rId1"/>
    </p:custDataLst>
    <p:extLst>
      <p:ext uri="{BB962C8B-B14F-4D97-AF65-F5344CB8AC3E}">
        <p14:creationId xmlns:p14="http://schemas.microsoft.com/office/powerpoint/2010/main" val="17108585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508126"/>
            <a:ext cx="11347704" cy="4633882"/>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8"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5395086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1" name="Title 1">
            <a:extLst>
              <a:ext uri="{FF2B5EF4-FFF2-40B4-BE49-F238E27FC236}">
                <a16:creationId xmlns:a16="http://schemas.microsoft.com/office/drawing/2014/main" id="{F117EACD-31BA-5546-8DC5-A7D4FA41B908}"/>
              </a:ext>
            </a:extLst>
          </p:cNvPr>
          <p:cNvSpPr>
            <a:spLocks noGrp="1"/>
          </p:cNvSpPr>
          <p:nvPr>
            <p:ph type="title"/>
          </p:nvPr>
        </p:nvSpPr>
        <p:spPr>
          <a:xfrm>
            <a:off x="419100" y="198409"/>
            <a:ext cx="9420952" cy="944596"/>
          </a:xfrm>
        </p:spPr>
        <p:txBody>
          <a:bodyPr>
            <a:noAutofit/>
          </a:bodyPr>
          <a:lstStyle>
            <a:lvl1pPr>
              <a:defRPr sz="4000">
                <a:solidFill>
                  <a:schemeClr val="bg1"/>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511904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view 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8298180" cy="474119"/>
          </a:xfrm>
          <a:prstGeom prst="rect">
            <a:avLst/>
          </a:prstGeom>
        </p:spPr>
        <p:txBody>
          <a:bodyPr>
            <a:noAutofit/>
          </a:bodyPr>
          <a:lstStyle>
            <a:lvl1pPr>
              <a:defRPr sz="4000">
                <a:solidFill>
                  <a:schemeClr val="tx1"/>
                </a:solidFill>
              </a:defRPr>
            </a:lvl1pPr>
          </a:lstStyle>
          <a:p>
            <a:r>
              <a:rPr lang="en-US" dirty="0"/>
              <a:t>Enter question number</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961384"/>
            <a:ext cx="8298181" cy="1150158"/>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Enter question</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hasCustomPrompt="1"/>
          </p:nvPr>
        </p:nvSpPr>
        <p:spPr>
          <a:xfrm>
            <a:off x="419100" y="2208791"/>
            <a:ext cx="8298178" cy="2433717"/>
          </a:xfrm>
          <a:prstGeom prst="rect">
            <a:avLst/>
          </a:prstGeom>
        </p:spPr>
        <p:txBody>
          <a:bodyPr>
            <a:normAutofit/>
          </a:bodyPr>
          <a:lstStyle>
            <a:lvl1pPr marL="284163" indent="-284163">
              <a:lnSpc>
                <a:spcPct val="100000"/>
              </a:lnSpc>
              <a:buFont typeface="+mj-lt"/>
              <a:buAutoNum type="alphaUcPeriod"/>
              <a:defRPr sz="1867"/>
            </a:lvl1pPr>
          </a:lstStyle>
          <a:p>
            <a:pPr lvl="0"/>
            <a:r>
              <a:rPr lang="en-US" dirty="0"/>
              <a:t>Enter response</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779034"/>
            <a:ext cx="9029700" cy="2078966"/>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3" name="Footer Placeholder 2"/>
          <p:cNvSpPr>
            <a:spLocks noGrp="1"/>
          </p:cNvSpPr>
          <p:nvPr>
            <p:ph type="ftr" sz="quarter" idx="28"/>
          </p:nvPr>
        </p:nvSpPr>
        <p:spPr/>
        <p:txBody>
          <a:bodyPr/>
          <a:lstStyle/>
          <a:p>
            <a:r>
              <a:rPr lang="en-US" dirty="0"/>
              <a:t>© 2021 Amazon Web Services, Inc. or its Affiliates. All rights reserved.</a:t>
            </a:r>
          </a:p>
        </p:txBody>
      </p:sp>
    </p:spTree>
    <p:custDataLst>
      <p:tags r:id="rId1"/>
    </p:custDataLst>
    <p:extLst>
      <p:ext uri="{BB962C8B-B14F-4D97-AF65-F5344CB8AC3E}">
        <p14:creationId xmlns:p14="http://schemas.microsoft.com/office/powerpoint/2010/main" val="1053509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view Answ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8298180" cy="474119"/>
          </a:xfrm>
          <a:prstGeom prst="rect">
            <a:avLst/>
          </a:prstGeom>
        </p:spPr>
        <p:txBody>
          <a:bodyPr>
            <a:noAutofit/>
          </a:bodyPr>
          <a:lstStyle>
            <a:lvl1pPr>
              <a:defRPr sz="4000">
                <a:solidFill>
                  <a:schemeClr val="tx1"/>
                </a:solidFill>
              </a:defRPr>
            </a:lvl1pPr>
          </a:lstStyle>
          <a:p>
            <a:r>
              <a:rPr lang="en-US" dirty="0"/>
              <a:t>Enter question number</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961384"/>
            <a:ext cx="8298181" cy="1150158"/>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Enter question</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779034"/>
            <a:ext cx="9029700" cy="2078966"/>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hasCustomPrompt="1"/>
          </p:nvPr>
        </p:nvSpPr>
        <p:spPr>
          <a:xfrm>
            <a:off x="419100" y="5179144"/>
            <a:ext cx="8462770" cy="1159714"/>
          </a:xfrm>
          <a:prstGeom prst="rect">
            <a:avLst/>
          </a:prstGeom>
        </p:spPr>
        <p:txBody>
          <a:bodyPr>
            <a:normAutofit/>
          </a:bodyPr>
          <a:lstStyle>
            <a:lvl1pPr marL="0" indent="0">
              <a:buNone/>
              <a:defRPr sz="2000"/>
            </a:lvl1pPr>
          </a:lstStyle>
          <a:p>
            <a:pPr lvl="0"/>
            <a:r>
              <a:rPr lang="en-US" dirty="0"/>
              <a:t>Enter response feedback</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34" name="Text Placeholder 6"/>
          <p:cNvSpPr>
            <a:spLocks noGrp="1"/>
          </p:cNvSpPr>
          <p:nvPr>
            <p:ph type="body" sz="quarter" idx="27" hasCustomPrompt="1"/>
          </p:nvPr>
        </p:nvSpPr>
        <p:spPr>
          <a:xfrm>
            <a:off x="9327092" y="922643"/>
            <a:ext cx="2445808" cy="4984634"/>
          </a:xfrm>
        </p:spPr>
        <p:txBody>
          <a:bodyPr>
            <a:normAutofit/>
          </a:bodyPr>
          <a:lstStyle>
            <a:lvl1pPr marL="0" indent="0">
              <a:buNone/>
              <a:tabLst/>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Enter information to review and where to find this in the module/course.</a:t>
            </a:r>
          </a:p>
        </p:txBody>
      </p:sp>
      <p:sp>
        <p:nvSpPr>
          <p:cNvPr id="3" name="Footer Placeholder 2"/>
          <p:cNvSpPr>
            <a:spLocks noGrp="1"/>
          </p:cNvSpPr>
          <p:nvPr>
            <p:ph type="ftr" sz="quarter" idx="28"/>
          </p:nvPr>
        </p:nvSpPr>
        <p:spPr/>
        <p:txBody>
          <a:bodyPr/>
          <a:lstStyle/>
          <a:p>
            <a:r>
              <a:rPr lang="en-US" dirty="0"/>
              <a:t>© 2021 Amazon Web Services, Inc. or its Affiliates. All rights reserved.</a:t>
            </a:r>
          </a:p>
        </p:txBody>
      </p:sp>
      <p:sp>
        <p:nvSpPr>
          <p:cNvPr id="4" name="TextBox 3"/>
          <p:cNvSpPr txBox="1"/>
          <p:nvPr userDrawn="1"/>
        </p:nvSpPr>
        <p:spPr>
          <a:xfrm>
            <a:off x="9327145" y="365125"/>
            <a:ext cx="2518908" cy="461665"/>
          </a:xfrm>
          <a:prstGeom prst="rect">
            <a:avLst/>
          </a:prstGeom>
          <a:noFill/>
        </p:spPr>
        <p:txBody>
          <a:bodyPr wrap="square" rtlCol="0">
            <a:spAutoFit/>
          </a:bodyPr>
          <a:lstStyle/>
          <a:p>
            <a:r>
              <a:rPr lang="en-US" sz="240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rPr>
              <a:t>Review this:</a:t>
            </a:r>
          </a:p>
        </p:txBody>
      </p:sp>
      <p:sp>
        <p:nvSpPr>
          <p:cNvPr id="5" name="TextBox 4"/>
          <p:cNvSpPr txBox="1"/>
          <p:nvPr userDrawn="1"/>
        </p:nvSpPr>
        <p:spPr>
          <a:xfrm>
            <a:off x="250166" y="4779034"/>
            <a:ext cx="2113472" cy="400110"/>
          </a:xfrm>
          <a:prstGeom prst="rect">
            <a:avLst/>
          </a:prstGeom>
          <a:noFill/>
        </p:spPr>
        <p:txBody>
          <a:bodyPr wrap="square" rtlCol="0">
            <a:spAutoFit/>
          </a:bodyPr>
          <a:lstStyle/>
          <a:p>
            <a:r>
              <a:rPr lang="en-US" sz="20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Correct answer?</a:t>
            </a:r>
          </a:p>
        </p:txBody>
      </p:sp>
      <p:sp>
        <p:nvSpPr>
          <p:cNvPr id="15" name="Text Placeholder 3">
            <a:extLst>
              <a:ext uri="{FF2B5EF4-FFF2-40B4-BE49-F238E27FC236}">
                <a16:creationId xmlns:a16="http://schemas.microsoft.com/office/drawing/2014/main" id="{24CE8731-450D-3746-AF62-88C7CF836093}"/>
              </a:ext>
            </a:extLst>
          </p:cNvPr>
          <p:cNvSpPr>
            <a:spLocks noGrp="1"/>
          </p:cNvSpPr>
          <p:nvPr>
            <p:ph type="body" sz="quarter" idx="30" hasCustomPrompt="1"/>
          </p:nvPr>
        </p:nvSpPr>
        <p:spPr>
          <a:xfrm>
            <a:off x="419100" y="2208791"/>
            <a:ext cx="8298178" cy="2433717"/>
          </a:xfrm>
          <a:prstGeom prst="rect">
            <a:avLst/>
          </a:prstGeom>
        </p:spPr>
        <p:txBody>
          <a:bodyPr>
            <a:normAutofit/>
          </a:bodyPr>
          <a:lstStyle>
            <a:lvl1pPr marL="284163" indent="-284163">
              <a:lnSpc>
                <a:spcPct val="100000"/>
              </a:lnSpc>
              <a:buFont typeface="+mj-lt"/>
              <a:buAutoNum type="alphaUcPeriod"/>
              <a:defRPr sz="1867"/>
            </a:lvl1pPr>
          </a:lstStyle>
          <a:p>
            <a:pPr lvl="0"/>
            <a:r>
              <a:rPr lang="en-US" dirty="0"/>
              <a:t>Enter response</a:t>
            </a:r>
          </a:p>
        </p:txBody>
      </p:sp>
    </p:spTree>
    <p:custDataLst>
      <p:tags r:id="rId1"/>
    </p:custDataLst>
    <p:extLst>
      <p:ext uri="{BB962C8B-B14F-4D97-AF65-F5344CB8AC3E}">
        <p14:creationId xmlns:p14="http://schemas.microsoft.com/office/powerpoint/2010/main" val="36844852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l"/>
            <a:r>
              <a:rPr lang="en-US" sz="900" dirty="0">
                <a:solidFill>
                  <a:schemeClr val="bg1"/>
                </a:solidFill>
                <a:latin typeface="Amazon Ember Light" charset="0"/>
                <a:ea typeface="Amazon Ember Light" charset="0"/>
                <a:cs typeface="Amazon Ember Light" charset="0"/>
              </a:rPr>
              <a:t>© 2023 Amazon Web Services, Inc. or its affiliates. All rights reserved. This work may not be reproduced or redistributed, in whole or in part, without prior written permission from Amazon Web Services, Inc. Commercial copying, lending, or selling is prohibited. Corrections, feedback, or other questions? Contact us at </a:t>
            </a:r>
            <a:r>
              <a:rPr lang="en-US" sz="900" u="sng" dirty="0">
                <a:solidFill>
                  <a:schemeClr val="bg1"/>
                </a:solidFill>
                <a:latin typeface="Amazon Ember Light" charset="0"/>
                <a:ea typeface="Amazon Ember Light" charset="0"/>
                <a:cs typeface="Amazon Ember Light" charset="0"/>
              </a:rPr>
              <a:t>https://support.aws.amazon.com/#/contacts/aws-training</a:t>
            </a:r>
            <a:r>
              <a:rPr lang="en-US" sz="900" dirty="0">
                <a:solidFill>
                  <a:schemeClr val="bg1"/>
                </a:solidFill>
                <a:latin typeface="Amazon Ember Light" charset="0"/>
                <a:ea typeface="Amazon Ember Light" charset="0"/>
                <a:cs typeface="Amazon Ember Light" charset="0"/>
              </a:rPr>
              <a:t>. All trademarks are the property of their owners.</a:t>
            </a:r>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58108518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457201" y="152400"/>
            <a:ext cx="11261628" cy="700007"/>
          </a:xfrm>
        </p:spPr>
        <p:txBody>
          <a:bodyPr/>
          <a:lstStyle>
            <a:lvl1pPr>
              <a:defRPr>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4198310156"/>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One bullet list">
    <p:spTree>
      <p:nvGrpSpPr>
        <p:cNvPr id="1" name=""/>
        <p:cNvGrpSpPr/>
        <p:nvPr/>
      </p:nvGrpSpPr>
      <p:grpSpPr>
        <a:xfrm>
          <a:off x="0" y="0"/>
          <a:ext cx="0" cy="0"/>
          <a:chOff x="0" y="0"/>
          <a:chExt cx="0" cy="0"/>
        </a:xfrm>
      </p:grpSpPr>
      <p:sp>
        <p:nvSpPr>
          <p:cNvPr id="2" name="Title 1"/>
          <p:cNvSpPr>
            <a:spLocks noGrp="1"/>
          </p:cNvSpPr>
          <p:nvPr>
            <p:ph type="title"/>
          </p:nvPr>
        </p:nvSpPr>
        <p:spPr>
          <a:xfrm>
            <a:off x="449052" y="153249"/>
            <a:ext cx="10940405" cy="727655"/>
          </a:xfrm>
        </p:spPr>
        <p:txBody>
          <a:bodyPr/>
          <a:lstStyle>
            <a:lvl1pPr>
              <a:defRPr>
                <a:solidFill>
                  <a:srgbClr val="414042"/>
                </a:solidFill>
              </a:defRPr>
            </a:lvl1pPr>
          </a:lstStyle>
          <a:p>
            <a:r>
              <a:rPr lang="en-US" dirty="0"/>
              <a:t>Click to edit Master title style</a:t>
            </a:r>
          </a:p>
        </p:txBody>
      </p:sp>
      <p:sp>
        <p:nvSpPr>
          <p:cNvPr id="3" name="Content Placeholder 2"/>
          <p:cNvSpPr>
            <a:spLocks noGrp="1"/>
          </p:cNvSpPr>
          <p:nvPr>
            <p:ph idx="1"/>
          </p:nvPr>
        </p:nvSpPr>
        <p:spPr>
          <a:xfrm>
            <a:off x="454123" y="1345776"/>
            <a:ext cx="10940405" cy="4738568"/>
          </a:xfrm>
          <a:prstGeom prst="rect">
            <a:avLst/>
          </a:prstGeom>
        </p:spPr>
        <p:txBody>
          <a:bodyPr/>
          <a:lstStyle>
            <a:lvl1pPr marL="0" indent="0">
              <a:buNone/>
              <a:defRPr>
                <a:solidFill>
                  <a:srgbClr val="414042"/>
                </a:solidFill>
              </a:defRPr>
            </a:lvl1pPr>
            <a:lvl2pPr marL="990575" indent="-380990">
              <a:buFont typeface="Arial"/>
              <a:buChar char="•"/>
              <a:defRPr>
                <a:solidFill>
                  <a:srgbClr val="414042"/>
                </a:solidFill>
              </a:defRPr>
            </a:lvl2pPr>
            <a:lvl3pPr marL="1523962" indent="-304792">
              <a:buFont typeface="Arial"/>
              <a:buChar char="•"/>
              <a:defRPr>
                <a:solidFill>
                  <a:srgbClr val="414042"/>
                </a:solidFill>
              </a:defRPr>
            </a:lvl3pPr>
            <a:lvl4pPr>
              <a:defRPr>
                <a:solidFill>
                  <a:srgbClr val="414042"/>
                </a:solidFill>
              </a:defRPr>
            </a:lvl4pPr>
            <a:lvl5pPr>
              <a:defRPr>
                <a:solidFill>
                  <a:srgbClr val="41404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033199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wo bullet sections">
    <p:spTree>
      <p:nvGrpSpPr>
        <p:cNvPr id="1" name=""/>
        <p:cNvGrpSpPr/>
        <p:nvPr/>
      </p:nvGrpSpPr>
      <p:grpSpPr>
        <a:xfrm>
          <a:off x="0" y="0"/>
          <a:ext cx="0" cy="0"/>
          <a:chOff x="0" y="0"/>
          <a:chExt cx="0" cy="0"/>
        </a:xfrm>
      </p:grpSpPr>
      <p:sp>
        <p:nvSpPr>
          <p:cNvPr id="2" name="Title 1"/>
          <p:cNvSpPr>
            <a:spLocks noGrp="1"/>
          </p:cNvSpPr>
          <p:nvPr>
            <p:ph type="title"/>
          </p:nvPr>
        </p:nvSpPr>
        <p:spPr>
          <a:xfrm>
            <a:off x="449052" y="153249"/>
            <a:ext cx="10940405" cy="727655"/>
          </a:xfrm>
        </p:spPr>
        <p:txBody>
          <a:bodyPr>
            <a:normAutofit/>
          </a:bodyPr>
          <a:lstStyle>
            <a:lvl1pPr>
              <a:defRPr sz="3200">
                <a:solidFill>
                  <a:schemeClr val="tx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448734" y="1419225"/>
            <a:ext cx="5318857" cy="4241347"/>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6070601" y="1419225"/>
            <a:ext cx="5318857" cy="4241347"/>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55296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2" name="Title 1"/>
          <p:cNvSpPr>
            <a:spLocks noGrp="1"/>
          </p:cNvSpPr>
          <p:nvPr>
            <p:ph type="title"/>
          </p:nvPr>
        </p:nvSpPr>
        <p:spPr/>
        <p:txBody>
          <a:bodyPr lIns="182880" tIns="146304" rIns="182880" bIns="146304"/>
          <a:lstStyle/>
          <a:p>
            <a:r>
              <a:rPr lang="en-US"/>
              <a:t>Click to edit Master title style</a:t>
            </a:r>
            <a:endParaRPr lang="en-US" dirty="0"/>
          </a:p>
        </p:txBody>
      </p:sp>
    </p:spTree>
    <p:extLst>
      <p:ext uri="{BB962C8B-B14F-4D97-AF65-F5344CB8AC3E}">
        <p14:creationId xmlns:p14="http://schemas.microsoft.com/office/powerpoint/2010/main" val="269853608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Only Orange">
    <p:spTree>
      <p:nvGrpSpPr>
        <p:cNvPr id="1" name=""/>
        <p:cNvGrpSpPr/>
        <p:nvPr/>
      </p:nvGrpSpPr>
      <p:grpSpPr>
        <a:xfrm>
          <a:off x="0" y="0"/>
          <a:ext cx="0" cy="0"/>
          <a:chOff x="0" y="0"/>
          <a:chExt cx="0" cy="0"/>
        </a:xfrm>
      </p:grpSpPr>
      <p:sp>
        <p:nvSpPr>
          <p:cNvPr id="9" name="Title 1"/>
          <p:cNvSpPr>
            <a:spLocks noGrp="1"/>
          </p:cNvSpPr>
          <p:nvPr>
            <p:ph type="title"/>
          </p:nvPr>
        </p:nvSpPr>
        <p:spPr>
          <a:xfrm>
            <a:off x="469764" y="463824"/>
            <a:ext cx="11265408" cy="626440"/>
          </a:xfrm>
        </p:spPr>
        <p:txBody>
          <a:bodyPr lIns="91440" tIns="45720" rIns="91440" bIns="45720"/>
          <a:lstStyle>
            <a:lvl1pPr>
              <a:defRPr b="0" i="0" spc="400">
                <a:latin typeface="Amazon Ember Light" charset="0"/>
                <a:ea typeface="Amazon Ember Light" charset="0"/>
                <a:cs typeface="Amazon Ember Light" charset="0"/>
              </a:defRPr>
            </a:lvl1pPr>
          </a:lstStyle>
          <a:p>
            <a:endParaRPr lang="en-US" dirty="0"/>
          </a:p>
        </p:txBody>
      </p:sp>
    </p:spTree>
    <p:extLst>
      <p:ext uri="{BB962C8B-B14F-4D97-AF65-F5344CB8AC3E}">
        <p14:creationId xmlns:p14="http://schemas.microsoft.com/office/powerpoint/2010/main" val="32795494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_and_Bullete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p:nvPr>
        </p:nvSpPr>
        <p:spPr/>
        <p:txBody>
          <a:bodyPr vert="horz" wrap="square" lIns="182880" tIns="146304" rIns="182880" bIns="146304" rtlCol="0" anchor="t">
            <a:noAutofit/>
          </a:bodyPr>
          <a:lstStyle>
            <a:lvl1pPr>
              <a:defRPr lang="en-US"/>
            </a:lvl1pPr>
          </a:lstStyle>
          <a:p>
            <a:pPr lvl="0"/>
            <a:r>
              <a:rPr lang="en-US"/>
              <a:t>Click to edit Master title style</a:t>
            </a:r>
            <a:endParaRPr lang="en-US" dirty="0"/>
          </a:p>
        </p:txBody>
      </p:sp>
      <p:sp>
        <p:nvSpPr>
          <p:cNvPr id="3" name="Text Placeholder 3">
            <a:extLst>
              <a:ext uri="{FF2B5EF4-FFF2-40B4-BE49-F238E27FC236}">
                <a16:creationId xmlns:a16="http://schemas.microsoft.com/office/drawing/2014/main" id="{236A5EB2-5876-4EAF-8AE0-2E40E818628D}"/>
              </a:ext>
            </a:extLst>
          </p:cNvPr>
          <p:cNvSpPr>
            <a:spLocks noGrp="1"/>
          </p:cNvSpPr>
          <p:nvPr>
            <p:ph idx="1" hasCustomPrompt="1"/>
          </p:nvPr>
        </p:nvSpPr>
        <p:spPr>
          <a:xfrm>
            <a:off x="269241" y="1189179"/>
            <a:ext cx="11653521" cy="2047740"/>
          </a:xfrm>
          <a:prstGeom prst="rect">
            <a:avLst/>
          </a:prstGeom>
        </p:spPr>
        <p:txBody>
          <a:bodyPr vert="horz" wrap="square" lIns="182880" tIns="146304" rIns="182880" bIns="146304" rtlCol="0">
            <a:spAutoFit/>
          </a:bodyPr>
          <a:lstStyle>
            <a:lvl1pPr marL="380985" indent="-380985">
              <a:buFont typeface="Arial" panose="020B0604020202020204" pitchFamily="34" charset="0"/>
              <a:buChar char="•"/>
              <a:defRPr/>
            </a:lvl1pPr>
            <a:lvl2pPr marL="621882" indent="-285739">
              <a:buFont typeface="Arial" panose="020B0604020202020204" pitchFamily="34" charset="0"/>
              <a:buChar char="•"/>
              <a:defRPr/>
            </a:lvl2pPr>
            <a:lvl3pPr marL="845977" indent="-285739">
              <a:buFont typeface="Arial" panose="020B0604020202020204" pitchFamily="34" charset="0"/>
              <a:buChar char="•"/>
              <a:defRPr/>
            </a:lvl3pPr>
            <a:lvl4pPr marL="1070072" indent="-285739">
              <a:buFont typeface="Arial" panose="020B0604020202020204" pitchFamily="34" charset="0"/>
              <a:buChar char="•"/>
              <a:defRPr/>
            </a:lvl4pPr>
            <a:lvl5pPr marL="1294167" indent="-285739">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963207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x1 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9652" y="3539289"/>
            <a:ext cx="3200400" cy="859536"/>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endParaRPr lang="en-US" sz="2000" dirty="0"/>
          </a:p>
        </p:txBody>
      </p:sp>
      <p:sp>
        <p:nvSpPr>
          <p:cNvPr id="25" name="Text Placeholder 6"/>
          <p:cNvSpPr txBox="1">
            <a:spLocks/>
          </p:cNvSpPr>
          <p:nvPr userDrawn="1"/>
        </p:nvSpPr>
        <p:spPr>
          <a:xfrm>
            <a:off x="-9652" y="2672386"/>
            <a:ext cx="3200400" cy="859536"/>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endParaRPr lang="en-US" sz="2000" dirty="0"/>
          </a:p>
        </p:txBody>
      </p:sp>
      <p:sp>
        <p:nvSpPr>
          <p:cNvPr id="29" name="Text Placeholder 6"/>
          <p:cNvSpPr txBox="1">
            <a:spLocks/>
          </p:cNvSpPr>
          <p:nvPr userDrawn="1"/>
        </p:nvSpPr>
        <p:spPr>
          <a:xfrm>
            <a:off x="-9652" y="1818770"/>
            <a:ext cx="3200400" cy="859536"/>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endParaRPr lang="en-US" sz="2000" dirty="0"/>
          </a:p>
        </p:txBody>
      </p:sp>
      <p:sp>
        <p:nvSpPr>
          <p:cNvPr id="43" name="Text Placeholder 6"/>
          <p:cNvSpPr txBox="1">
            <a:spLocks/>
          </p:cNvSpPr>
          <p:nvPr/>
        </p:nvSpPr>
        <p:spPr>
          <a:xfrm>
            <a:off x="-9652" y="4409537"/>
            <a:ext cx="3200400" cy="859536"/>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5" name="Text Placeholder 74"/>
          <p:cNvSpPr>
            <a:spLocks noGrp="1"/>
          </p:cNvSpPr>
          <p:nvPr>
            <p:ph type="body" sz="quarter" idx="39" hasCustomPrompt="1"/>
          </p:nvPr>
        </p:nvSpPr>
        <p:spPr>
          <a:xfrm>
            <a:off x="-9652" y="1812183"/>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
        <p:nvSpPr>
          <p:cNvPr id="76" name="Text Placeholder 74"/>
          <p:cNvSpPr>
            <a:spLocks noGrp="1"/>
          </p:cNvSpPr>
          <p:nvPr>
            <p:ph type="body" sz="quarter" idx="40" hasCustomPrompt="1"/>
          </p:nvPr>
        </p:nvSpPr>
        <p:spPr>
          <a:xfrm>
            <a:off x="-9652" y="2663325"/>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
        <p:nvSpPr>
          <p:cNvPr id="77" name="Text Placeholder 74"/>
          <p:cNvSpPr>
            <a:spLocks noGrp="1"/>
          </p:cNvSpPr>
          <p:nvPr>
            <p:ph type="body" sz="quarter" idx="41" hasCustomPrompt="1"/>
          </p:nvPr>
        </p:nvSpPr>
        <p:spPr>
          <a:xfrm>
            <a:off x="-9652" y="3539289"/>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
        <p:nvSpPr>
          <p:cNvPr id="78" name="Text Placeholder 74"/>
          <p:cNvSpPr>
            <a:spLocks noGrp="1"/>
          </p:cNvSpPr>
          <p:nvPr>
            <p:ph type="body" sz="quarter" idx="42" hasCustomPrompt="1"/>
          </p:nvPr>
        </p:nvSpPr>
        <p:spPr>
          <a:xfrm>
            <a:off x="-9652" y="4413931"/>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37643"/>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3199083" y="1162486"/>
            <a:ext cx="8787384" cy="632430"/>
          </a:xfrm>
        </p:spPr>
        <p:txBody>
          <a:bodyPr anchor="ctr">
            <a:noAutofit/>
          </a:bodyPr>
          <a:lstStyle>
            <a:lvl1pPr marL="0" indent="0" algn="l">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3199083" y="1893289"/>
            <a:ext cx="8787384" cy="704088"/>
          </a:xfrm>
        </p:spPr>
        <p:txBody>
          <a:bodyPr anchor="ctr">
            <a:normAutofit/>
          </a:bodyPr>
          <a:lstStyle>
            <a:lvl1pPr marL="0" indent="0" algn="l">
              <a:buNone/>
              <a:defRPr sz="1800"/>
            </a:lvl1pPr>
          </a:lstStyle>
          <a:p>
            <a:pPr lvl="0"/>
            <a:r>
              <a:rPr lang="en-US" dirty="0"/>
              <a:t>Enter row information</a:t>
            </a:r>
          </a:p>
        </p:txBody>
      </p:sp>
      <p:sp>
        <p:nvSpPr>
          <p:cNvPr id="35" name="Text Placeholder 33"/>
          <p:cNvSpPr>
            <a:spLocks noGrp="1"/>
          </p:cNvSpPr>
          <p:nvPr>
            <p:ph type="body" sz="quarter" idx="16" hasCustomPrompt="1"/>
          </p:nvPr>
        </p:nvSpPr>
        <p:spPr>
          <a:xfrm>
            <a:off x="3199083" y="2756379"/>
            <a:ext cx="8787384" cy="704088"/>
          </a:xfrm>
        </p:spPr>
        <p:txBody>
          <a:bodyPr anchor="ctr">
            <a:normAutofit/>
          </a:bodyPr>
          <a:lstStyle>
            <a:lvl1pPr marL="0" indent="0" algn="l">
              <a:buNone/>
              <a:defRPr sz="1800"/>
            </a:lvl1pPr>
          </a:lstStyle>
          <a:p>
            <a:pPr lvl="0"/>
            <a:r>
              <a:rPr lang="en-US" dirty="0"/>
              <a:t>Enter row information</a:t>
            </a:r>
          </a:p>
        </p:txBody>
      </p:sp>
      <p:sp>
        <p:nvSpPr>
          <p:cNvPr id="36" name="Text Placeholder 33"/>
          <p:cNvSpPr>
            <a:spLocks noGrp="1"/>
          </p:cNvSpPr>
          <p:nvPr>
            <p:ph type="body" sz="quarter" idx="17" hasCustomPrompt="1"/>
          </p:nvPr>
        </p:nvSpPr>
        <p:spPr>
          <a:xfrm>
            <a:off x="3199083" y="3619469"/>
            <a:ext cx="8787384" cy="704088"/>
          </a:xfrm>
        </p:spPr>
        <p:txBody>
          <a:bodyPr anchor="ctr">
            <a:normAutofit/>
          </a:bodyPr>
          <a:lstStyle>
            <a:lvl1pPr marL="0" indent="0" algn="l">
              <a:buNone/>
              <a:defRPr sz="1800"/>
            </a:lvl1pPr>
          </a:lstStyle>
          <a:p>
            <a:pPr lvl="0"/>
            <a:r>
              <a:rPr lang="en-US" dirty="0"/>
              <a:t>Enter row information</a:t>
            </a:r>
          </a:p>
        </p:txBody>
      </p:sp>
      <p:sp>
        <p:nvSpPr>
          <p:cNvPr id="47" name="Text Placeholder 33"/>
          <p:cNvSpPr>
            <a:spLocks noGrp="1"/>
          </p:cNvSpPr>
          <p:nvPr>
            <p:ph type="body" sz="quarter" idx="21" hasCustomPrompt="1"/>
          </p:nvPr>
        </p:nvSpPr>
        <p:spPr>
          <a:xfrm>
            <a:off x="3199083" y="4482559"/>
            <a:ext cx="8787384" cy="704088"/>
          </a:xfrm>
        </p:spPr>
        <p:txBody>
          <a:bodyPr anchor="ctr">
            <a:normAutofit/>
          </a:bodyPr>
          <a:lstStyle>
            <a:lvl1pPr marL="0" indent="0" algn="l">
              <a:buNone/>
              <a:defRPr sz="1800"/>
            </a:lvl1pPr>
          </a:lstStyle>
          <a:p>
            <a:pPr lvl="0"/>
            <a:r>
              <a:rPr lang="en-US" dirty="0"/>
              <a:t>Enter row information</a:t>
            </a:r>
          </a:p>
        </p:txBody>
      </p:sp>
      <p:cxnSp>
        <p:nvCxnSpPr>
          <p:cNvPr id="81" name="Straight Connector 80"/>
          <p:cNvCxnSpPr/>
          <p:nvPr userDrawn="1"/>
        </p:nvCxnSpPr>
        <p:spPr>
          <a:xfrm flipH="1">
            <a:off x="-9518" y="1813816"/>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userDrawn="1"/>
        </p:nvCxnSpPr>
        <p:spPr>
          <a:xfrm flipH="1">
            <a:off x="-9518" y="2677059"/>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userDrawn="1"/>
        </p:nvCxnSpPr>
        <p:spPr>
          <a:xfrm flipH="1">
            <a:off x="-9518" y="3540302"/>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userDrawn="1"/>
        </p:nvCxnSpPr>
        <p:spPr>
          <a:xfrm flipH="1">
            <a:off x="-9518" y="4403545"/>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userDrawn="1"/>
        </p:nvCxnSpPr>
        <p:spPr>
          <a:xfrm flipH="1">
            <a:off x="-9518" y="5266788"/>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userDrawn="1"/>
        </p:nvCxnSpPr>
        <p:spPr>
          <a:xfrm flipH="1">
            <a:off x="-9652" y="1150064"/>
            <a:ext cx="12192398"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14636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7">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76" grpId="0">
        <p:tmplLst>
          <p:tmpl>
            <p:tnLst>
              <p:par>
                <p:cTn presetID="1" presetClass="entr" presetSubtype="0" fill="hold" nodeType="withEffect">
                  <p:stCondLst>
                    <p:cond delay="0"/>
                  </p:stCondLst>
                  <p:childTnLst>
                    <p:set>
                      <p:cBhvr>
                        <p:cTn dur="1" fill="hold">
                          <p:stCondLst>
                            <p:cond delay="0"/>
                          </p:stCondLst>
                        </p:cTn>
                        <p:tgtEl>
                          <p:spTgt spid="76"/>
                        </p:tgtEl>
                        <p:attrNameLst>
                          <p:attrName>style.visibility</p:attrName>
                        </p:attrNameLst>
                      </p:cBhvr>
                      <p:to>
                        <p:strVal val="visible"/>
                      </p:to>
                    </p:set>
                  </p:childTnLst>
                </p:cTn>
              </p:par>
            </p:tnLst>
          </p:tmpl>
        </p:tmplLst>
      </p:bldP>
      <p:bldP spid="77" grpId="0" build="p">
        <p:tmplLst>
          <p:tmpl lvl="1">
            <p:tnLst>
              <p:par>
                <p:cTn presetID="1" presetClass="entr" presetSubtype="0" fill="hold" nodeType="withEffect">
                  <p:stCondLst>
                    <p:cond delay="0"/>
                  </p:stCondLst>
                  <p:childTnLst>
                    <p:set>
                      <p:cBhvr>
                        <p:cTn dur="1" fill="hold">
                          <p:stCondLst>
                            <p:cond delay="0"/>
                          </p:stCondLst>
                        </p:cTn>
                        <p:tgtEl>
                          <p:spTgt spid="77"/>
                        </p:tgtEl>
                        <p:attrNameLst>
                          <p:attrName>style.visibility</p:attrName>
                        </p:attrNameLst>
                      </p:cBhvr>
                      <p:to>
                        <p:strVal val="visible"/>
                      </p:to>
                    </p:set>
                  </p:childTnLst>
                </p:cTn>
              </p:par>
            </p:tnLst>
          </p:tmpl>
        </p:tmplLst>
      </p:bldP>
      <p:bldP spid="78" grpId="0">
        <p:tmplLst>
          <p:tmpl>
            <p:tnLst>
              <p:par>
                <p:cTn presetID="1"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childTnLst>
                </p:cTn>
              </p:par>
            </p:tnLst>
          </p:tmpl>
        </p:tmplLst>
      </p:bldP>
      <p:bldP spid="35" grpId="0">
        <p:tmplLst>
          <p:tmpl>
            <p:tnLst>
              <p:par>
                <p:cTn presetID="1" presetClass="entr" presetSubtype="0" fill="hold" nodeType="click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p:tmplLst>
          <p:tmpl>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47" grpId="0">
        <p:tmplLst>
          <p:tmpl>
            <p:tnLst>
              <p:par>
                <p:cTn presetID="1" presetClass="entr" presetSubtype="0" fill="hold" nodeType="click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5x1 Graphic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37643"/>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3190748" y="1162486"/>
            <a:ext cx="8791469" cy="632430"/>
          </a:xfrm>
        </p:spPr>
        <p:txBody>
          <a:bodyPr anchor="ctr">
            <a:noAutofit/>
          </a:bodyPr>
          <a:lstStyle>
            <a:lvl1pPr marL="0" indent="0" algn="l">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3190748" y="1893289"/>
            <a:ext cx="8791469" cy="704088"/>
          </a:xfrm>
        </p:spPr>
        <p:txBody>
          <a:bodyPr anchor="ctr">
            <a:normAutofit/>
          </a:bodyPr>
          <a:lstStyle>
            <a:lvl1pPr marL="0" indent="0" algn="l">
              <a:buNone/>
              <a:defRPr sz="1800"/>
            </a:lvl1pPr>
          </a:lstStyle>
          <a:p>
            <a:pPr lvl="0"/>
            <a:r>
              <a:rPr lang="en-US" dirty="0"/>
              <a:t>Enter row information</a:t>
            </a:r>
          </a:p>
        </p:txBody>
      </p:sp>
      <p:sp>
        <p:nvSpPr>
          <p:cNvPr id="35" name="Text Placeholder 33"/>
          <p:cNvSpPr>
            <a:spLocks noGrp="1"/>
          </p:cNvSpPr>
          <p:nvPr>
            <p:ph type="body" sz="quarter" idx="16" hasCustomPrompt="1"/>
          </p:nvPr>
        </p:nvSpPr>
        <p:spPr>
          <a:xfrm>
            <a:off x="3190748" y="2756379"/>
            <a:ext cx="8791469" cy="704088"/>
          </a:xfrm>
        </p:spPr>
        <p:txBody>
          <a:bodyPr anchor="ctr">
            <a:normAutofit/>
          </a:bodyPr>
          <a:lstStyle>
            <a:lvl1pPr marL="0" indent="0" algn="l">
              <a:buNone/>
              <a:defRPr sz="1800"/>
            </a:lvl1pPr>
          </a:lstStyle>
          <a:p>
            <a:pPr lvl="0"/>
            <a:r>
              <a:rPr lang="en-US" dirty="0"/>
              <a:t>Enter row information</a:t>
            </a:r>
          </a:p>
        </p:txBody>
      </p:sp>
      <p:sp>
        <p:nvSpPr>
          <p:cNvPr id="36" name="Text Placeholder 33"/>
          <p:cNvSpPr>
            <a:spLocks noGrp="1"/>
          </p:cNvSpPr>
          <p:nvPr>
            <p:ph type="body" sz="quarter" idx="17" hasCustomPrompt="1"/>
          </p:nvPr>
        </p:nvSpPr>
        <p:spPr>
          <a:xfrm>
            <a:off x="3190748" y="3619469"/>
            <a:ext cx="8791469" cy="704088"/>
          </a:xfrm>
        </p:spPr>
        <p:txBody>
          <a:bodyPr anchor="ctr">
            <a:normAutofit/>
          </a:bodyPr>
          <a:lstStyle>
            <a:lvl1pPr marL="0" indent="0" algn="l">
              <a:buNone/>
              <a:defRPr sz="1800"/>
            </a:lvl1pPr>
          </a:lstStyle>
          <a:p>
            <a:pPr lvl="0"/>
            <a:r>
              <a:rPr lang="en-US" dirty="0"/>
              <a:t>Enter row information</a:t>
            </a:r>
          </a:p>
        </p:txBody>
      </p:sp>
      <p:sp>
        <p:nvSpPr>
          <p:cNvPr id="47" name="Text Placeholder 33"/>
          <p:cNvSpPr>
            <a:spLocks noGrp="1"/>
          </p:cNvSpPr>
          <p:nvPr>
            <p:ph type="body" sz="quarter" idx="21" hasCustomPrompt="1"/>
          </p:nvPr>
        </p:nvSpPr>
        <p:spPr>
          <a:xfrm>
            <a:off x="3190748" y="4482559"/>
            <a:ext cx="8791469" cy="704088"/>
          </a:xfrm>
        </p:spPr>
        <p:txBody>
          <a:bodyPr anchor="ctr">
            <a:normAutofit/>
          </a:bodyPr>
          <a:lstStyle>
            <a:lvl1pPr marL="0" indent="0" algn="l">
              <a:buNone/>
              <a:defRPr sz="1800"/>
            </a:lvl1pPr>
          </a:lstStyle>
          <a:p>
            <a:pPr lvl="0"/>
            <a:r>
              <a:rPr lang="en-US" dirty="0"/>
              <a:t>Enter row information</a:t>
            </a:r>
          </a:p>
        </p:txBody>
      </p:sp>
      <p:sp>
        <p:nvSpPr>
          <p:cNvPr id="56" name="Text Placeholder 33"/>
          <p:cNvSpPr>
            <a:spLocks noGrp="1"/>
          </p:cNvSpPr>
          <p:nvPr>
            <p:ph type="body" sz="quarter" idx="32" hasCustomPrompt="1"/>
          </p:nvPr>
        </p:nvSpPr>
        <p:spPr>
          <a:xfrm>
            <a:off x="3190748" y="5345648"/>
            <a:ext cx="8791469" cy="704088"/>
          </a:xfrm>
        </p:spPr>
        <p:txBody>
          <a:bodyPr anchor="ctr">
            <a:normAutofit/>
          </a:bodyPr>
          <a:lstStyle>
            <a:lvl1pPr marL="0" indent="0" algn="l">
              <a:buNone/>
              <a:defRPr sz="1800"/>
            </a:lvl1pPr>
          </a:lstStyle>
          <a:p>
            <a:pPr lvl="0"/>
            <a:r>
              <a:rPr lang="en-US" dirty="0"/>
              <a:t>Enter row information</a:t>
            </a:r>
          </a:p>
        </p:txBody>
      </p:sp>
      <p:cxnSp>
        <p:nvCxnSpPr>
          <p:cNvPr id="81" name="Straight Connector 80"/>
          <p:cNvCxnSpPr/>
          <p:nvPr userDrawn="1"/>
        </p:nvCxnSpPr>
        <p:spPr>
          <a:xfrm flipH="1">
            <a:off x="-9518" y="1813816"/>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userDrawn="1"/>
        </p:nvCxnSpPr>
        <p:spPr>
          <a:xfrm flipH="1">
            <a:off x="-9518" y="2677059"/>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userDrawn="1"/>
        </p:nvCxnSpPr>
        <p:spPr>
          <a:xfrm flipH="1">
            <a:off x="-9518" y="3540302"/>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userDrawn="1"/>
        </p:nvCxnSpPr>
        <p:spPr>
          <a:xfrm flipH="1">
            <a:off x="-9518" y="4403545"/>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userDrawn="1"/>
        </p:nvCxnSpPr>
        <p:spPr>
          <a:xfrm flipH="1">
            <a:off x="-9518" y="5266788"/>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userDrawn="1"/>
        </p:nvCxnSpPr>
        <p:spPr>
          <a:xfrm flipH="1">
            <a:off x="0" y="6130032"/>
            <a:ext cx="12200169"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userDrawn="1"/>
        </p:nvCxnSpPr>
        <p:spPr>
          <a:xfrm flipH="1">
            <a:off x="-9652" y="1150064"/>
            <a:ext cx="12192398" cy="0"/>
          </a:xfrm>
          <a:prstGeom prst="line">
            <a:avLst/>
          </a:prstGeom>
          <a:ln w="28575">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71" name="Text Placeholder 6"/>
          <p:cNvSpPr txBox="1">
            <a:spLocks/>
          </p:cNvSpPr>
          <p:nvPr userDrawn="1"/>
        </p:nvSpPr>
        <p:spPr>
          <a:xfrm>
            <a:off x="-9652" y="5262376"/>
            <a:ext cx="3200400" cy="859536"/>
          </a:xfrm>
          <a:prstGeom prst="rect">
            <a:avLst/>
          </a:prstGeom>
          <a:solidFill>
            <a:srgbClr val="ADE8E2"/>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1" name="Text Placeholder 6"/>
          <p:cNvSpPr txBox="1">
            <a:spLocks/>
          </p:cNvSpPr>
          <p:nvPr userDrawn="1"/>
        </p:nvSpPr>
        <p:spPr>
          <a:xfrm>
            <a:off x="-9652" y="3539289"/>
            <a:ext cx="3200400" cy="859536"/>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endParaRPr lang="en-US" sz="2000" dirty="0"/>
          </a:p>
        </p:txBody>
      </p:sp>
      <p:sp>
        <p:nvSpPr>
          <p:cNvPr id="25" name="Text Placeholder 6"/>
          <p:cNvSpPr txBox="1">
            <a:spLocks/>
          </p:cNvSpPr>
          <p:nvPr userDrawn="1"/>
        </p:nvSpPr>
        <p:spPr>
          <a:xfrm>
            <a:off x="-9652" y="2672386"/>
            <a:ext cx="3200400" cy="859536"/>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endParaRPr lang="en-US" sz="2000" dirty="0"/>
          </a:p>
        </p:txBody>
      </p:sp>
      <p:sp>
        <p:nvSpPr>
          <p:cNvPr id="29" name="Text Placeholder 6"/>
          <p:cNvSpPr txBox="1">
            <a:spLocks/>
          </p:cNvSpPr>
          <p:nvPr userDrawn="1"/>
        </p:nvSpPr>
        <p:spPr>
          <a:xfrm>
            <a:off x="-9652" y="1818770"/>
            <a:ext cx="3200400" cy="859536"/>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endParaRPr lang="en-US" sz="2000" dirty="0"/>
          </a:p>
        </p:txBody>
      </p:sp>
      <p:sp>
        <p:nvSpPr>
          <p:cNvPr id="43" name="Text Placeholder 6"/>
          <p:cNvSpPr txBox="1">
            <a:spLocks/>
          </p:cNvSpPr>
          <p:nvPr/>
        </p:nvSpPr>
        <p:spPr>
          <a:xfrm>
            <a:off x="-9652" y="4409537"/>
            <a:ext cx="3200400" cy="859536"/>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5" name="Text Placeholder 74"/>
          <p:cNvSpPr>
            <a:spLocks noGrp="1"/>
          </p:cNvSpPr>
          <p:nvPr>
            <p:ph type="body" sz="quarter" idx="39" hasCustomPrompt="1"/>
          </p:nvPr>
        </p:nvSpPr>
        <p:spPr>
          <a:xfrm>
            <a:off x="-9652" y="1812183"/>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
        <p:nvSpPr>
          <p:cNvPr id="76" name="Text Placeholder 74"/>
          <p:cNvSpPr>
            <a:spLocks noGrp="1"/>
          </p:cNvSpPr>
          <p:nvPr>
            <p:ph type="body" sz="quarter" idx="40" hasCustomPrompt="1"/>
          </p:nvPr>
        </p:nvSpPr>
        <p:spPr>
          <a:xfrm>
            <a:off x="-9652" y="2663325"/>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
        <p:nvSpPr>
          <p:cNvPr id="77" name="Text Placeholder 74"/>
          <p:cNvSpPr>
            <a:spLocks noGrp="1"/>
          </p:cNvSpPr>
          <p:nvPr>
            <p:ph type="body" sz="quarter" idx="41" hasCustomPrompt="1"/>
          </p:nvPr>
        </p:nvSpPr>
        <p:spPr>
          <a:xfrm>
            <a:off x="-9652" y="3539289"/>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
        <p:nvSpPr>
          <p:cNvPr id="78" name="Text Placeholder 74"/>
          <p:cNvSpPr>
            <a:spLocks noGrp="1"/>
          </p:cNvSpPr>
          <p:nvPr>
            <p:ph type="body" sz="quarter" idx="42" hasCustomPrompt="1"/>
          </p:nvPr>
        </p:nvSpPr>
        <p:spPr>
          <a:xfrm>
            <a:off x="-9652" y="4413931"/>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
        <p:nvSpPr>
          <p:cNvPr id="79" name="Text Placeholder 74"/>
          <p:cNvSpPr>
            <a:spLocks noGrp="1"/>
          </p:cNvSpPr>
          <p:nvPr>
            <p:ph type="body" sz="quarter" idx="43" hasCustomPrompt="1"/>
          </p:nvPr>
        </p:nvSpPr>
        <p:spPr>
          <a:xfrm>
            <a:off x="-9652" y="5260431"/>
            <a:ext cx="3200400" cy="859536"/>
          </a:xfrm>
        </p:spPr>
        <p:txBody>
          <a:bodyPr anchor="ctr">
            <a:normAutofit/>
          </a:bodyPr>
          <a:lstStyle>
            <a:lvl1pPr marL="0" indent="0" algn="ctr">
              <a:buNone/>
              <a:defRPr sz="2000" baseline="0">
                <a:latin typeface="Amazon Ember" panose="02000000000000000000" pitchFamily="2" charset="0"/>
                <a:ea typeface="Amazon Ember" panose="02000000000000000000" pitchFamily="2" charset="0"/>
              </a:defRPr>
            </a:lvl1pPr>
          </a:lstStyle>
          <a:p>
            <a:pPr lvl="0"/>
            <a:r>
              <a:rPr lang="en-US" dirty="0"/>
              <a:t>Row Header</a:t>
            </a:r>
          </a:p>
        </p:txBody>
      </p:sp>
    </p:spTree>
    <p:custDataLst>
      <p:tags r:id="rId1"/>
    </p:custDataLst>
    <p:extLst>
      <p:ext uri="{BB962C8B-B14F-4D97-AF65-F5344CB8AC3E}">
        <p14:creationId xmlns:p14="http://schemas.microsoft.com/office/powerpoint/2010/main" val="290892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7">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tmplLst>
          <p:tmpl>
            <p:tnLst>
              <p:par>
                <p:cTn presetID="1" presetClass="entr" presetSubtype="0" fill="hold" nodeType="click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p:tmplLst>
          <p:tmpl>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47" grpId="0">
        <p:tmplLst>
          <p:tmpl>
            <p:tnLst>
              <p:par>
                <p:cTn presetID="1" presetClass="entr" presetSubtype="0" fill="hold" nodeType="click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56" grpId="0">
        <p:tmplLst>
          <p:tmpl>
            <p:tnLst>
              <p:par>
                <p:cTn presetID="1" presetClass="entr" presetSubtype="0" fill="hold" nodeType="withEffect">
                  <p:stCondLst>
                    <p:cond delay="0"/>
                  </p:stCondLst>
                  <p:childTnLst>
                    <p:set>
                      <p:cBhvr>
                        <p:cTn dur="1" fill="hold">
                          <p:stCondLst>
                            <p:cond delay="0"/>
                          </p:stCondLst>
                        </p:cTn>
                        <p:tgtEl>
                          <p:spTgt spid="56"/>
                        </p:tgtEl>
                        <p:attrNameLst>
                          <p:attrName>style.visibility</p:attrName>
                        </p:attrNameLst>
                      </p:cBhvr>
                      <p:to>
                        <p:strVal val="visible"/>
                      </p:to>
                    </p:set>
                  </p:childTnLst>
                </p:cTn>
              </p:par>
            </p:tnLst>
          </p:tmpl>
        </p:tmplLst>
      </p:bldP>
      <p:bldP spid="71" grpId="0" animBg="1"/>
      <p:bldP spid="21" grpId="0" animBg="1"/>
      <p:bldP spid="25" grpId="0" animBg="1"/>
      <p:bldP spid="43" grpId="0" animBg="1"/>
      <p:bldP spid="76" grpId="0">
        <p:tmplLst>
          <p:tmpl>
            <p:tnLst>
              <p:par>
                <p:cTn presetID="1" presetClass="entr" presetSubtype="0" fill="hold" nodeType="withEffect">
                  <p:stCondLst>
                    <p:cond delay="0"/>
                  </p:stCondLst>
                  <p:childTnLst>
                    <p:set>
                      <p:cBhvr>
                        <p:cTn dur="1" fill="hold">
                          <p:stCondLst>
                            <p:cond delay="0"/>
                          </p:stCondLst>
                        </p:cTn>
                        <p:tgtEl>
                          <p:spTgt spid="76"/>
                        </p:tgtEl>
                        <p:attrNameLst>
                          <p:attrName>style.visibility</p:attrName>
                        </p:attrNameLst>
                      </p:cBhvr>
                      <p:to>
                        <p:strVal val="visible"/>
                      </p:to>
                    </p:set>
                  </p:childTnLst>
                </p:cTn>
              </p:par>
            </p:tnLst>
          </p:tmpl>
        </p:tmplLst>
      </p:bldP>
      <p:bldP spid="77" grpId="0" build="p">
        <p:tmplLst>
          <p:tmpl lvl="1">
            <p:tnLst>
              <p:par>
                <p:cTn presetID="1" presetClass="entr" presetSubtype="0" fill="hold" nodeType="withEffect">
                  <p:stCondLst>
                    <p:cond delay="0"/>
                  </p:stCondLst>
                  <p:childTnLst>
                    <p:set>
                      <p:cBhvr>
                        <p:cTn dur="1" fill="hold">
                          <p:stCondLst>
                            <p:cond delay="0"/>
                          </p:stCondLst>
                        </p:cTn>
                        <p:tgtEl>
                          <p:spTgt spid="77"/>
                        </p:tgtEl>
                        <p:attrNameLst>
                          <p:attrName>style.visibility</p:attrName>
                        </p:attrNameLst>
                      </p:cBhvr>
                      <p:to>
                        <p:strVal val="visible"/>
                      </p:to>
                    </p:set>
                  </p:childTnLst>
                </p:cTn>
              </p:par>
            </p:tnLst>
          </p:tmpl>
        </p:tmplLst>
      </p:bldP>
      <p:bldP spid="78" grpId="0">
        <p:tmplLst>
          <p:tmpl>
            <p:tnLst>
              <p:par>
                <p:cTn presetID="1"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childTnLst>
                </p:cTn>
              </p:par>
            </p:tnLst>
          </p:tmpl>
        </p:tmplLst>
      </p:bldP>
      <p:bldP spid="79" grpId="0">
        <p:tmplLst>
          <p:tmpl>
            <p:tnLst>
              <p:par>
                <p:cTn presetID="1" presetClass="entr" presetSubtype="0" fill="hold" nodeType="withEffect">
                  <p:stCondLst>
                    <p:cond delay="0"/>
                  </p:stCondLst>
                  <p:childTnLst>
                    <p:set>
                      <p:cBhvr>
                        <p:cTn dur="1" fill="hold">
                          <p:stCondLst>
                            <p:cond delay="0"/>
                          </p:stCondLst>
                        </p:cTn>
                        <p:tgtEl>
                          <p:spTgt spid="79"/>
                        </p:tgtEl>
                        <p:attrNameLst>
                          <p:attrName>style.visibility</p:attrName>
                        </p:attrNameLst>
                      </p:cBhvr>
                      <p:to>
                        <p:strVal val="visible"/>
                      </p:to>
                    </p:set>
                  </p:childTnLst>
                </p:cTn>
              </p:par>
            </p:tnLst>
          </p:tmpl>
        </p:tmplLst>
      </p:b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x1-GraphicTabl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21" name="Text Placeholder 6"/>
          <p:cNvSpPr txBox="1">
            <a:spLocks/>
          </p:cNvSpPr>
          <p:nvPr userDrawn="1"/>
        </p:nvSpPr>
        <p:spPr>
          <a:xfrm>
            <a:off x="-1816" y="3296460"/>
            <a:ext cx="320040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050"/>
            <a:ext cx="320040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37094"/>
            <a:ext cx="320040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5" name="Text Placeholder 4"/>
          <p:cNvSpPr>
            <a:spLocks noGrp="1"/>
          </p:cNvSpPr>
          <p:nvPr userDrawn="1">
            <p:ph type="body" sz="quarter" idx="13" hasCustomPrompt="1"/>
          </p:nvPr>
        </p:nvSpPr>
        <p:spPr>
          <a:xfrm>
            <a:off x="3199909" y="1161905"/>
            <a:ext cx="8787384" cy="685800"/>
          </a:xfrm>
        </p:spPr>
        <p:txBody>
          <a:bodyPr anchor="ctr">
            <a:normAutofit/>
          </a:bodyPr>
          <a:lstStyle>
            <a:lvl1pPr marL="0" indent="0" algn="l">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3199909" y="1837094"/>
            <a:ext cx="8787384" cy="731520"/>
          </a:xfrm>
        </p:spPr>
        <p:txBody>
          <a:bodyPr anchor="ctr">
            <a:normAutofit/>
          </a:bodyPr>
          <a:lstStyle>
            <a:lvl1pPr marL="0" indent="0" algn="l">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3199909" y="2571050"/>
            <a:ext cx="8787384" cy="731520"/>
          </a:xfrm>
        </p:spPr>
        <p:txBody>
          <a:bodyPr anchor="ctr">
            <a:normAutofit/>
          </a:bodyPr>
          <a:lstStyle>
            <a:lvl1pPr marL="0" indent="0" algn="l">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3199909" y="3296460"/>
            <a:ext cx="8787384" cy="731520"/>
          </a:xfrm>
        </p:spPr>
        <p:txBody>
          <a:bodyPr anchor="ctr">
            <a:normAutofit/>
          </a:bodyPr>
          <a:lstStyle>
            <a:lvl1pPr marL="0" indent="0" algn="l">
              <a:buNone/>
              <a:defRPr sz="1600"/>
            </a:lvl1pPr>
          </a:lstStyle>
          <a:p>
            <a:pPr lvl="0"/>
            <a:r>
              <a:rPr lang="en-US" dirty="0"/>
              <a:t>Enter row information</a:t>
            </a:r>
          </a:p>
        </p:txBody>
      </p:sp>
      <p:sp>
        <p:nvSpPr>
          <p:cNvPr id="43" name="Text Placeholder 6"/>
          <p:cNvSpPr txBox="1">
            <a:spLocks/>
          </p:cNvSpPr>
          <p:nvPr/>
        </p:nvSpPr>
        <p:spPr>
          <a:xfrm>
            <a:off x="-1816" y="4021870"/>
            <a:ext cx="320040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7" name="Text Placeholder 33"/>
          <p:cNvSpPr>
            <a:spLocks noGrp="1"/>
          </p:cNvSpPr>
          <p:nvPr>
            <p:ph type="body" sz="quarter" idx="21" hasCustomPrompt="1"/>
          </p:nvPr>
        </p:nvSpPr>
        <p:spPr>
          <a:xfrm>
            <a:off x="3199909" y="4021870"/>
            <a:ext cx="8787384" cy="731520"/>
          </a:xfrm>
        </p:spPr>
        <p:txBody>
          <a:bodyPr anchor="ctr">
            <a:normAutofit/>
          </a:bodyPr>
          <a:lstStyle>
            <a:lvl1pPr marL="0" indent="0" algn="l">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050"/>
            <a:ext cx="32004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296460"/>
            <a:ext cx="32004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32004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21870"/>
            <a:ext cx="32004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2" name="Text Placeholder 6"/>
          <p:cNvSpPr txBox="1">
            <a:spLocks/>
          </p:cNvSpPr>
          <p:nvPr userDrawn="1"/>
        </p:nvSpPr>
        <p:spPr>
          <a:xfrm>
            <a:off x="-1816" y="4747280"/>
            <a:ext cx="3200400" cy="731520"/>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3" name="Text Placeholder 33"/>
          <p:cNvSpPr>
            <a:spLocks noGrp="1"/>
          </p:cNvSpPr>
          <p:nvPr>
            <p:ph type="body" sz="quarter" idx="36" hasCustomPrompt="1"/>
          </p:nvPr>
        </p:nvSpPr>
        <p:spPr>
          <a:xfrm>
            <a:off x="3199909" y="4747280"/>
            <a:ext cx="8787384" cy="731520"/>
          </a:xfrm>
        </p:spPr>
        <p:txBody>
          <a:bodyPr anchor="ctr">
            <a:normAutofit/>
          </a:bodyPr>
          <a:lstStyle>
            <a:lvl1pPr marL="0" indent="0" algn="l">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747280"/>
            <a:ext cx="32004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1" name="Text Placeholder 6"/>
          <p:cNvSpPr txBox="1">
            <a:spLocks/>
          </p:cNvSpPr>
          <p:nvPr userDrawn="1"/>
        </p:nvSpPr>
        <p:spPr>
          <a:xfrm>
            <a:off x="-1816" y="5481234"/>
            <a:ext cx="3200400" cy="731520"/>
          </a:xfrm>
          <a:prstGeom prst="rect">
            <a:avLst/>
          </a:prstGeom>
          <a:solidFill>
            <a:schemeClr val="accent1">
              <a:lumMod val="50000"/>
              <a:lumOff val="5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2" name="Text Placeholder 33"/>
          <p:cNvSpPr>
            <a:spLocks noGrp="1"/>
          </p:cNvSpPr>
          <p:nvPr>
            <p:ph type="body" sz="quarter" idx="40" hasCustomPrompt="1"/>
          </p:nvPr>
        </p:nvSpPr>
        <p:spPr>
          <a:xfrm>
            <a:off x="3199909" y="5481234"/>
            <a:ext cx="8787384" cy="731520"/>
          </a:xfrm>
        </p:spPr>
        <p:txBody>
          <a:bodyPr anchor="ctr">
            <a:normAutofit/>
          </a:bodyPr>
          <a:lstStyle>
            <a:lvl1pPr marL="0" indent="0" algn="l">
              <a:buNone/>
              <a:defRPr sz="1600"/>
            </a:lvl1pPr>
          </a:lstStyle>
          <a:p>
            <a:pPr lvl="0"/>
            <a:r>
              <a:rPr lang="en-US" dirty="0"/>
              <a:t>Enter row information</a:t>
            </a:r>
          </a:p>
        </p:txBody>
      </p:sp>
      <p:sp>
        <p:nvSpPr>
          <p:cNvPr id="75" name="Text Placeholder 4"/>
          <p:cNvSpPr>
            <a:spLocks noGrp="1"/>
          </p:cNvSpPr>
          <p:nvPr>
            <p:ph type="body" sz="quarter" idx="43" hasCustomPrompt="1"/>
          </p:nvPr>
        </p:nvSpPr>
        <p:spPr>
          <a:xfrm>
            <a:off x="-1816" y="5481234"/>
            <a:ext cx="32004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68614"/>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257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2798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5339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547880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AD21486-F7C7-6F4B-92F0-064501DE7D7A}"/>
              </a:ext>
            </a:extLst>
          </p:cNvPr>
          <p:cNvCxnSpPr/>
          <p:nvPr userDrawn="1"/>
        </p:nvCxnSpPr>
        <p:spPr>
          <a:xfrm>
            <a:off x="-19098" y="6212754"/>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2428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43" grpId="0" animBg="1"/>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2" grpId="0" animBg="1"/>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71" grpId="0" animBg="1"/>
      <p:bldP spid="72" grpId="0" build="p">
        <p:tmplLst>
          <p:tmpl lvl="1">
            <p:tnLst>
              <p:par>
                <p:cTn presetID="1"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childTnLst>
                </p:cTn>
              </p:par>
            </p:tnLst>
          </p:tmpl>
        </p:tmplLst>
      </p:bldP>
      <p:bldP spid="75" grpId="0" build="p">
        <p:tmplLst>
          <p:tmpl lvl="1">
            <p:tnLst>
              <p:par>
                <p:cTn presetID="1"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x2-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74320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74320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274320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74320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884426"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7475377"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884426" y="1837094"/>
            <a:ext cx="448056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884426" y="2571717"/>
            <a:ext cx="448056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884426" y="3306340"/>
            <a:ext cx="448056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7475377" y="1837094"/>
            <a:ext cx="448056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7475377" y="2571717"/>
            <a:ext cx="448056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7475377" y="3306340"/>
            <a:ext cx="448056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884426" y="4040963"/>
            <a:ext cx="4480560" cy="73152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7475377" y="4040963"/>
            <a:ext cx="4480560" cy="73152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0990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x2-Tall-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74320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74320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40963"/>
            <a:ext cx="2743200" cy="182880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74320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884426"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7475377"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884426" y="1837094"/>
            <a:ext cx="448056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884426" y="2571717"/>
            <a:ext cx="448056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884426" y="3306340"/>
            <a:ext cx="448056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7475377" y="1837094"/>
            <a:ext cx="448056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7475377" y="2571717"/>
            <a:ext cx="448056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7475377" y="3306340"/>
            <a:ext cx="448056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884426" y="4040963"/>
            <a:ext cx="4480560" cy="182880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7475377" y="4040963"/>
            <a:ext cx="4480560" cy="182880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58697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6012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x2-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690152"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690152"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2690152"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690152"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762886"/>
            <a:ext cx="2690152" cy="731520"/>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767038"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7446648"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767038" y="1837094"/>
            <a:ext cx="448056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767038" y="2571717"/>
            <a:ext cx="448056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767038" y="3306340"/>
            <a:ext cx="448056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7446648" y="1837094"/>
            <a:ext cx="448056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7446648" y="2571717"/>
            <a:ext cx="448056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7446648" y="3306340"/>
            <a:ext cx="448056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767038" y="4040963"/>
            <a:ext cx="4480560" cy="73152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7446648" y="4040963"/>
            <a:ext cx="4480560" cy="73152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690152"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690152"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690152"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690152"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3" name="Text Placeholder 33"/>
          <p:cNvSpPr>
            <a:spLocks noGrp="1"/>
          </p:cNvSpPr>
          <p:nvPr>
            <p:ph type="body" sz="quarter" idx="36" hasCustomPrompt="1"/>
          </p:nvPr>
        </p:nvSpPr>
        <p:spPr>
          <a:xfrm>
            <a:off x="2767038" y="4775586"/>
            <a:ext cx="4480560" cy="731520"/>
          </a:xfrm>
        </p:spPr>
        <p:txBody>
          <a:bodyPr anchor="ctr">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7446648" y="4775586"/>
            <a:ext cx="4480560" cy="731520"/>
          </a:xfrm>
        </p:spPr>
        <p:txBody>
          <a:bodyPr anchor="ctr">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775586"/>
            <a:ext cx="2690152"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5493465"/>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50330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62"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x2-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74320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74320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274320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1" name="Text Placeholder 6"/>
          <p:cNvSpPr txBox="1">
            <a:spLocks/>
          </p:cNvSpPr>
          <p:nvPr userDrawn="1"/>
        </p:nvSpPr>
        <p:spPr>
          <a:xfrm>
            <a:off x="-1816" y="5493465"/>
            <a:ext cx="2743200" cy="731520"/>
          </a:xfrm>
          <a:prstGeom prst="rect">
            <a:avLst/>
          </a:prstGeom>
          <a:solidFill>
            <a:schemeClr val="accent1">
              <a:lumMod val="50000"/>
              <a:lumOff val="50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74320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762886"/>
            <a:ext cx="2743200" cy="731520"/>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880360"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7479792"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p:nvPr>
        </p:nvSpPr>
        <p:spPr>
          <a:xfrm>
            <a:off x="2880360" y="1837094"/>
            <a:ext cx="4480560" cy="731520"/>
          </a:xfrm>
        </p:spPr>
        <p:txBody>
          <a:bodyPr anchor="ctr">
            <a:normAutofit/>
          </a:bodyPr>
          <a:lstStyle>
            <a:lvl1pPr marL="0" indent="0" algn="ctr">
              <a:buNone/>
              <a:defRPr sz="1600"/>
            </a:lvl1pPr>
          </a:lstStyle>
          <a:p>
            <a:pPr lvl="0"/>
            <a:r>
              <a:rPr lang="en-US" dirty="0"/>
              <a:t>Edit Master text styles</a:t>
            </a:r>
          </a:p>
        </p:txBody>
      </p:sp>
      <p:sp>
        <p:nvSpPr>
          <p:cNvPr id="35" name="Text Placeholder 33"/>
          <p:cNvSpPr>
            <a:spLocks noGrp="1"/>
          </p:cNvSpPr>
          <p:nvPr>
            <p:ph type="body" sz="quarter" idx="16"/>
          </p:nvPr>
        </p:nvSpPr>
        <p:spPr>
          <a:xfrm>
            <a:off x="2880360" y="2571717"/>
            <a:ext cx="4480560" cy="731520"/>
          </a:xfrm>
        </p:spPr>
        <p:txBody>
          <a:bodyPr anchor="ctr">
            <a:normAutofit/>
          </a:bodyPr>
          <a:lstStyle>
            <a:lvl1pPr marL="0" indent="0" algn="ctr">
              <a:buNone/>
              <a:defRPr sz="1600"/>
            </a:lvl1pPr>
          </a:lstStyle>
          <a:p>
            <a:pPr lvl="0"/>
            <a:r>
              <a:rPr lang="en-US" dirty="0"/>
              <a:t>Edit Master text styles</a:t>
            </a:r>
          </a:p>
        </p:txBody>
      </p:sp>
      <p:sp>
        <p:nvSpPr>
          <p:cNvPr id="36" name="Text Placeholder 33"/>
          <p:cNvSpPr>
            <a:spLocks noGrp="1"/>
          </p:cNvSpPr>
          <p:nvPr>
            <p:ph type="body" sz="quarter" idx="17"/>
          </p:nvPr>
        </p:nvSpPr>
        <p:spPr>
          <a:xfrm>
            <a:off x="2880360" y="3306340"/>
            <a:ext cx="4480560" cy="731520"/>
          </a:xfrm>
        </p:spPr>
        <p:txBody>
          <a:bodyPr anchor="ctr">
            <a:normAutofit/>
          </a:bodyPr>
          <a:lstStyle>
            <a:lvl1pPr marL="0" indent="0" algn="ctr">
              <a:buNone/>
              <a:defRPr sz="1600"/>
            </a:lvl1pPr>
          </a:lstStyle>
          <a:p>
            <a:pPr lvl="0"/>
            <a:r>
              <a:rPr lang="en-US" dirty="0"/>
              <a:t>Edit Master text styles</a:t>
            </a:r>
          </a:p>
        </p:txBody>
      </p:sp>
      <p:sp>
        <p:nvSpPr>
          <p:cNvPr id="37" name="Text Placeholder 33"/>
          <p:cNvSpPr>
            <a:spLocks noGrp="1"/>
          </p:cNvSpPr>
          <p:nvPr>
            <p:ph type="body" sz="quarter" idx="18"/>
          </p:nvPr>
        </p:nvSpPr>
        <p:spPr>
          <a:xfrm>
            <a:off x="7479792" y="1837094"/>
            <a:ext cx="4480560" cy="731520"/>
          </a:xfrm>
        </p:spPr>
        <p:txBody>
          <a:bodyPr anchor="ctr">
            <a:normAutofit/>
          </a:bodyPr>
          <a:lstStyle>
            <a:lvl1pPr marL="0" indent="0" algn="ctr">
              <a:buNone/>
              <a:defRPr sz="1600"/>
            </a:lvl1pPr>
          </a:lstStyle>
          <a:p>
            <a:pPr lvl="0"/>
            <a:r>
              <a:rPr lang="en-US" dirty="0"/>
              <a:t>Edit Master text styles</a:t>
            </a:r>
          </a:p>
        </p:txBody>
      </p:sp>
      <p:sp>
        <p:nvSpPr>
          <p:cNvPr id="38" name="Text Placeholder 33"/>
          <p:cNvSpPr>
            <a:spLocks noGrp="1"/>
          </p:cNvSpPr>
          <p:nvPr>
            <p:ph type="body" sz="quarter" idx="19"/>
          </p:nvPr>
        </p:nvSpPr>
        <p:spPr>
          <a:xfrm>
            <a:off x="7479792" y="2571717"/>
            <a:ext cx="4480560" cy="731520"/>
          </a:xfrm>
        </p:spPr>
        <p:txBody>
          <a:bodyPr anchor="ctr">
            <a:normAutofit/>
          </a:bodyPr>
          <a:lstStyle>
            <a:lvl1pPr marL="0" indent="0" algn="ctr">
              <a:buNone/>
              <a:defRPr sz="1600"/>
            </a:lvl1pPr>
          </a:lstStyle>
          <a:p>
            <a:pPr lvl="0"/>
            <a:r>
              <a:rPr lang="en-US" dirty="0"/>
              <a:t>Edit Master text styles</a:t>
            </a:r>
          </a:p>
        </p:txBody>
      </p:sp>
      <p:sp>
        <p:nvSpPr>
          <p:cNvPr id="39" name="Text Placeholder 33"/>
          <p:cNvSpPr>
            <a:spLocks noGrp="1"/>
          </p:cNvSpPr>
          <p:nvPr>
            <p:ph type="body" sz="quarter" idx="20"/>
          </p:nvPr>
        </p:nvSpPr>
        <p:spPr>
          <a:xfrm>
            <a:off x="7479792" y="3306340"/>
            <a:ext cx="4480560" cy="731520"/>
          </a:xfrm>
        </p:spPr>
        <p:txBody>
          <a:bodyPr anchor="ctr">
            <a:normAutofit/>
          </a:bodyPr>
          <a:lstStyle>
            <a:lvl1pPr marL="0" indent="0" algn="ctr">
              <a:buNone/>
              <a:defRPr sz="1600"/>
            </a:lvl1pPr>
          </a:lstStyle>
          <a:p>
            <a:pPr lvl="0"/>
            <a:r>
              <a:rPr lang="en-US" dirty="0"/>
              <a:t>Edit Master text styles</a:t>
            </a:r>
          </a:p>
        </p:txBody>
      </p:sp>
      <p:sp>
        <p:nvSpPr>
          <p:cNvPr id="47" name="Text Placeholder 33"/>
          <p:cNvSpPr>
            <a:spLocks noGrp="1"/>
          </p:cNvSpPr>
          <p:nvPr>
            <p:ph type="body" sz="quarter" idx="21"/>
          </p:nvPr>
        </p:nvSpPr>
        <p:spPr>
          <a:xfrm>
            <a:off x="2880360" y="4040963"/>
            <a:ext cx="4480560" cy="731520"/>
          </a:xfrm>
        </p:spPr>
        <p:txBody>
          <a:bodyPr anchor="ctr">
            <a:normAutofit/>
          </a:bodyPr>
          <a:lstStyle>
            <a:lvl1pPr marL="0" indent="0" algn="ctr">
              <a:buNone/>
              <a:defRPr sz="1600"/>
            </a:lvl1pPr>
          </a:lstStyle>
          <a:p>
            <a:pPr lvl="0"/>
            <a:r>
              <a:rPr lang="en-US" dirty="0"/>
              <a:t>Edit Master text styles</a:t>
            </a:r>
          </a:p>
        </p:txBody>
      </p:sp>
      <p:sp>
        <p:nvSpPr>
          <p:cNvPr id="48" name="Text Placeholder 33"/>
          <p:cNvSpPr>
            <a:spLocks noGrp="1"/>
          </p:cNvSpPr>
          <p:nvPr>
            <p:ph type="body" sz="quarter" idx="22"/>
          </p:nvPr>
        </p:nvSpPr>
        <p:spPr>
          <a:xfrm>
            <a:off x="7479792" y="4040963"/>
            <a:ext cx="4480560" cy="731520"/>
          </a:xfrm>
        </p:spPr>
        <p:txBody>
          <a:bodyPr anchor="ctr">
            <a:normAutofit/>
          </a:bodyPr>
          <a:lstStyle>
            <a:lvl1pPr marL="0" indent="0" algn="ctr">
              <a:buNone/>
              <a:defRPr sz="1600"/>
            </a:lvl1pPr>
          </a:lstStyle>
          <a:p>
            <a:pPr lvl="0"/>
            <a:r>
              <a:rPr lang="en-US" dirty="0"/>
              <a:t>Edit Master text styles</a:t>
            </a:r>
          </a:p>
        </p:txBody>
      </p:sp>
      <p:sp>
        <p:nvSpPr>
          <p:cNvPr id="50" name="Text Placeholder 4"/>
          <p:cNvSpPr>
            <a:spLocks noGrp="1"/>
          </p:cNvSpPr>
          <p:nvPr>
            <p:ph type="body" sz="quarter" idx="28" hasCustomPrompt="1"/>
          </p:nvPr>
        </p:nvSpPr>
        <p:spPr>
          <a:xfrm>
            <a:off x="-1816" y="2571717"/>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3" name="Text Placeholder 33"/>
          <p:cNvSpPr>
            <a:spLocks noGrp="1"/>
          </p:cNvSpPr>
          <p:nvPr>
            <p:ph type="body" sz="quarter" idx="36"/>
          </p:nvPr>
        </p:nvSpPr>
        <p:spPr>
          <a:xfrm>
            <a:off x="2880360" y="4775586"/>
            <a:ext cx="4480560" cy="731520"/>
          </a:xfrm>
        </p:spPr>
        <p:txBody>
          <a:bodyPr anchor="ctr">
            <a:normAutofit/>
          </a:bodyPr>
          <a:lstStyle>
            <a:lvl1pPr marL="0" indent="0" algn="ctr">
              <a:buNone/>
              <a:defRPr sz="1600"/>
            </a:lvl1pPr>
          </a:lstStyle>
          <a:p>
            <a:pPr lvl="0"/>
            <a:r>
              <a:rPr lang="en-US" dirty="0"/>
              <a:t>Edit Master text styles</a:t>
            </a:r>
          </a:p>
        </p:txBody>
      </p:sp>
      <p:sp>
        <p:nvSpPr>
          <p:cNvPr id="64" name="Text Placeholder 33"/>
          <p:cNvSpPr>
            <a:spLocks noGrp="1"/>
          </p:cNvSpPr>
          <p:nvPr>
            <p:ph type="body" sz="quarter" idx="37"/>
          </p:nvPr>
        </p:nvSpPr>
        <p:spPr>
          <a:xfrm>
            <a:off x="7479792" y="4775586"/>
            <a:ext cx="4480560" cy="731520"/>
          </a:xfrm>
        </p:spPr>
        <p:txBody>
          <a:bodyPr anchor="ctr">
            <a:normAutofit/>
          </a:bodyPr>
          <a:lstStyle>
            <a:lvl1pPr marL="0" indent="0" algn="ctr">
              <a:buNone/>
              <a:defRPr sz="1600"/>
            </a:lvl1pPr>
          </a:lstStyle>
          <a:p>
            <a:pPr lvl="0"/>
            <a:r>
              <a:rPr lang="en-US" dirty="0"/>
              <a:t>Edit Master text styles</a:t>
            </a:r>
          </a:p>
        </p:txBody>
      </p:sp>
      <p:sp>
        <p:nvSpPr>
          <p:cNvPr id="66" name="Text Placeholder 4"/>
          <p:cNvSpPr>
            <a:spLocks noGrp="1"/>
          </p:cNvSpPr>
          <p:nvPr>
            <p:ph type="body" sz="quarter" idx="39" hasCustomPrompt="1"/>
          </p:nvPr>
        </p:nvSpPr>
        <p:spPr>
          <a:xfrm>
            <a:off x="-1816" y="4775586"/>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2" name="Text Placeholder 33"/>
          <p:cNvSpPr>
            <a:spLocks noGrp="1"/>
          </p:cNvSpPr>
          <p:nvPr>
            <p:ph type="body" sz="quarter" idx="40"/>
          </p:nvPr>
        </p:nvSpPr>
        <p:spPr>
          <a:xfrm>
            <a:off x="2880360" y="5510207"/>
            <a:ext cx="4480560" cy="731520"/>
          </a:xfrm>
        </p:spPr>
        <p:txBody>
          <a:bodyPr anchor="ctr">
            <a:normAutofit/>
          </a:bodyPr>
          <a:lstStyle>
            <a:lvl1pPr marL="0" indent="0" algn="ctr">
              <a:buNone/>
              <a:defRPr sz="1600"/>
            </a:lvl1pPr>
          </a:lstStyle>
          <a:p>
            <a:pPr lvl="0"/>
            <a:r>
              <a:rPr lang="en-US" dirty="0"/>
              <a:t>Edit Master text styles</a:t>
            </a:r>
          </a:p>
        </p:txBody>
      </p:sp>
      <p:sp>
        <p:nvSpPr>
          <p:cNvPr id="73" name="Text Placeholder 33"/>
          <p:cNvSpPr>
            <a:spLocks noGrp="1"/>
          </p:cNvSpPr>
          <p:nvPr>
            <p:ph type="body" sz="quarter" idx="41"/>
          </p:nvPr>
        </p:nvSpPr>
        <p:spPr>
          <a:xfrm>
            <a:off x="7479792" y="5510207"/>
            <a:ext cx="4480560" cy="731520"/>
          </a:xfrm>
        </p:spPr>
        <p:txBody>
          <a:bodyPr anchor="ctr">
            <a:normAutofit/>
          </a:bodyPr>
          <a:lstStyle>
            <a:lvl1pPr marL="0" indent="0" algn="ctr">
              <a:buNone/>
              <a:defRPr sz="1600"/>
            </a:lvl1pPr>
          </a:lstStyle>
          <a:p>
            <a:pPr lvl="0"/>
            <a:r>
              <a:rPr lang="en-US" dirty="0"/>
              <a:t>Edit Master text styles</a:t>
            </a:r>
          </a:p>
        </p:txBody>
      </p:sp>
      <p:sp>
        <p:nvSpPr>
          <p:cNvPr id="75" name="Text Placeholder 4"/>
          <p:cNvSpPr>
            <a:spLocks noGrp="1"/>
          </p:cNvSpPr>
          <p:nvPr>
            <p:ph type="body" sz="quarter" idx="43" hasCustomPrompt="1"/>
          </p:nvPr>
        </p:nvSpPr>
        <p:spPr>
          <a:xfrm>
            <a:off x="-1816" y="5510207"/>
            <a:ext cx="27432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5493465"/>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1816" y="623410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631451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2">
                                            <p:txEl>
                                              <p:pRg st="0" end="0"/>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
                                            <p:txEl>
                                              <p:pRg st="0" end="0"/>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71" grpId="0" animBg="1"/>
      <p:bldP spid="62"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72" grpId="0" build="p">
        <p:tmplLst>
          <p:tmpl lvl="1">
            <p:tnLst>
              <p:par>
                <p:cTn presetID="1"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childTnLst>
                </p:cTn>
              </p:par>
            </p:tnLst>
          </p:tmpl>
        </p:tmplLst>
      </p:bldP>
      <p:bldP spid="73" grpId="0" build="p">
        <p:tmplLst>
          <p:tmpl lvl="1">
            <p:tnLst>
              <p:par>
                <p:cTn presetID="1" presetClass="entr" presetSubtype="0" fill="hold" nodeType="withEffect">
                  <p:stCondLst>
                    <p:cond delay="0"/>
                  </p:stCondLst>
                  <p:childTnLst>
                    <p:set>
                      <p:cBhvr>
                        <p:cTn dur="1" fill="hold">
                          <p:stCondLst>
                            <p:cond delay="0"/>
                          </p:stCondLst>
                        </p:cTn>
                        <p:tgtEl>
                          <p:spTgt spid="73"/>
                        </p:tgtEl>
                        <p:attrNameLst>
                          <p:attrName>style.visibility</p:attrName>
                        </p:attrNameLst>
                      </p:cBhvr>
                      <p:to>
                        <p:strVal val="visible"/>
                      </p:to>
                    </p:set>
                  </p:childTnLst>
                </p:cTn>
              </p:par>
            </p:tnLst>
          </p:tmpl>
        </p:tmplLst>
      </p:bldP>
      <p:bldP spid="75" grpId="0" build="p">
        <p:tmplLst>
          <p:tmpl lvl="1">
            <p:tnLst>
              <p:par>
                <p:cTn presetID="1"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x2-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088283"/>
            <a:ext cx="2743200" cy="612648"/>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464240"/>
            <a:ext cx="2743200" cy="612648"/>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3712326"/>
            <a:ext cx="2743200" cy="612648"/>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1" name="Text Placeholder 6"/>
          <p:cNvSpPr txBox="1">
            <a:spLocks/>
          </p:cNvSpPr>
          <p:nvPr userDrawn="1"/>
        </p:nvSpPr>
        <p:spPr>
          <a:xfrm>
            <a:off x="-1816" y="4960412"/>
            <a:ext cx="2743200" cy="612648"/>
          </a:xfrm>
          <a:prstGeom prst="rect">
            <a:avLst/>
          </a:prstGeom>
          <a:solidFill>
            <a:schemeClr val="accent1">
              <a:lumMod val="50000"/>
              <a:lumOff val="50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743200" cy="612648"/>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336369"/>
            <a:ext cx="2743200" cy="612648"/>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880360"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7479792" y="1161905"/>
            <a:ext cx="448056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880360" y="1837094"/>
            <a:ext cx="4480560" cy="612648"/>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880360" y="2464240"/>
            <a:ext cx="4480560" cy="612648"/>
          </a:xfr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880360" y="3088283"/>
            <a:ext cx="4480560" cy="612648"/>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7479792" y="1837094"/>
            <a:ext cx="4480560" cy="612648"/>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7479792" y="2464240"/>
            <a:ext cx="4480560" cy="612648"/>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7479792" y="3088283"/>
            <a:ext cx="4480560" cy="612648"/>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880360" y="3712326"/>
            <a:ext cx="4480560" cy="612648"/>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7479792" y="3712326"/>
            <a:ext cx="4480560" cy="612648"/>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464240"/>
            <a:ext cx="274320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088283"/>
            <a:ext cx="274320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74320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3712326"/>
            <a:ext cx="274320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3" name="Text Placeholder 33"/>
          <p:cNvSpPr>
            <a:spLocks noGrp="1"/>
          </p:cNvSpPr>
          <p:nvPr>
            <p:ph type="body" sz="quarter" idx="36" hasCustomPrompt="1"/>
          </p:nvPr>
        </p:nvSpPr>
        <p:spPr>
          <a:xfrm>
            <a:off x="2880360" y="4336369"/>
            <a:ext cx="4480560" cy="612648"/>
          </a:xfrm>
        </p:spPr>
        <p:txBody>
          <a:bodyPr anchor="ctr">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7479792" y="4336369"/>
            <a:ext cx="4480560" cy="612648"/>
          </a:xfrm>
        </p:spPr>
        <p:txBody>
          <a:bodyPr anchor="ctr">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336369"/>
            <a:ext cx="274320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2" name="Text Placeholder 33"/>
          <p:cNvSpPr>
            <a:spLocks noGrp="1"/>
          </p:cNvSpPr>
          <p:nvPr>
            <p:ph type="body" sz="quarter" idx="40" hasCustomPrompt="1"/>
          </p:nvPr>
        </p:nvSpPr>
        <p:spPr>
          <a:xfrm>
            <a:off x="2880360" y="4960412"/>
            <a:ext cx="4480560" cy="612648"/>
          </a:xfrm>
        </p:spPr>
        <p:txBody>
          <a:bodyPr anchor="ctr">
            <a:normAutofit/>
          </a:bodyPr>
          <a:lstStyle>
            <a:lvl1pPr marL="0" indent="0" algn="ctr">
              <a:buNone/>
              <a:defRPr sz="1600"/>
            </a:lvl1pPr>
          </a:lstStyle>
          <a:p>
            <a:pPr lvl="0"/>
            <a:r>
              <a:rPr lang="en-US" dirty="0"/>
              <a:t>Enter row information</a:t>
            </a:r>
          </a:p>
        </p:txBody>
      </p:sp>
      <p:sp>
        <p:nvSpPr>
          <p:cNvPr id="73" name="Text Placeholder 33"/>
          <p:cNvSpPr>
            <a:spLocks noGrp="1"/>
          </p:cNvSpPr>
          <p:nvPr>
            <p:ph type="body" sz="quarter" idx="41" hasCustomPrompt="1"/>
          </p:nvPr>
        </p:nvSpPr>
        <p:spPr>
          <a:xfrm>
            <a:off x="7479792" y="4960412"/>
            <a:ext cx="4480560" cy="612648"/>
          </a:xfrm>
        </p:spPr>
        <p:txBody>
          <a:bodyPr anchor="ctr">
            <a:normAutofit/>
          </a:bodyPr>
          <a:lstStyle>
            <a:lvl1pPr marL="0" indent="0" algn="ctr">
              <a:buNone/>
              <a:defRPr sz="1600"/>
            </a:lvl1pPr>
          </a:lstStyle>
          <a:p>
            <a:pPr lvl="0"/>
            <a:r>
              <a:rPr lang="en-US" dirty="0"/>
              <a:t>Enter row information</a:t>
            </a:r>
          </a:p>
        </p:txBody>
      </p:sp>
      <p:sp>
        <p:nvSpPr>
          <p:cNvPr id="75" name="Text Placeholder 4"/>
          <p:cNvSpPr>
            <a:spLocks noGrp="1"/>
          </p:cNvSpPr>
          <p:nvPr>
            <p:ph type="body" sz="quarter" idx="43" hasCustomPrompt="1"/>
          </p:nvPr>
        </p:nvSpPr>
        <p:spPr>
          <a:xfrm>
            <a:off x="-1816" y="4960412"/>
            <a:ext cx="274320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449742"/>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076888"/>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3700931"/>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324974"/>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49490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1816" y="557306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0" name="Text Placeholder 6"/>
          <p:cNvSpPr txBox="1">
            <a:spLocks/>
          </p:cNvSpPr>
          <p:nvPr userDrawn="1"/>
        </p:nvSpPr>
        <p:spPr>
          <a:xfrm>
            <a:off x="-1816" y="5584458"/>
            <a:ext cx="2743200" cy="612648"/>
          </a:xfrm>
          <a:prstGeom prst="rect">
            <a:avLst/>
          </a:prstGeom>
          <a:solidFill>
            <a:schemeClr val="accent4">
              <a:lumMod val="75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1" name="Text Placeholder 33"/>
          <p:cNvSpPr>
            <a:spLocks noGrp="1"/>
          </p:cNvSpPr>
          <p:nvPr>
            <p:ph type="body" sz="quarter" idx="44" hasCustomPrompt="1"/>
          </p:nvPr>
        </p:nvSpPr>
        <p:spPr>
          <a:xfrm>
            <a:off x="2880360" y="5584458"/>
            <a:ext cx="4480560" cy="612648"/>
          </a:xfrm>
        </p:spPr>
        <p:txBody>
          <a:bodyPr anchor="ctr">
            <a:normAutofit/>
          </a:bodyPr>
          <a:lstStyle>
            <a:lvl1pPr marL="0" indent="0" algn="ctr">
              <a:buNone/>
              <a:defRPr sz="1600"/>
            </a:lvl1pPr>
          </a:lstStyle>
          <a:p>
            <a:pPr lvl="0"/>
            <a:r>
              <a:rPr lang="en-US" dirty="0"/>
              <a:t>Enter row information</a:t>
            </a:r>
          </a:p>
        </p:txBody>
      </p:sp>
      <p:sp>
        <p:nvSpPr>
          <p:cNvPr id="42" name="Text Placeholder 33"/>
          <p:cNvSpPr>
            <a:spLocks noGrp="1"/>
          </p:cNvSpPr>
          <p:nvPr>
            <p:ph type="body" sz="quarter" idx="45" hasCustomPrompt="1"/>
          </p:nvPr>
        </p:nvSpPr>
        <p:spPr>
          <a:xfrm>
            <a:off x="7479792" y="5584458"/>
            <a:ext cx="4480560" cy="612648"/>
          </a:xfrm>
        </p:spPr>
        <p:txBody>
          <a:bodyPr anchor="ctr">
            <a:normAutofit/>
          </a:bodyPr>
          <a:lstStyle>
            <a:lvl1pPr marL="0" indent="0" algn="ctr">
              <a:buNone/>
              <a:defRPr sz="1600"/>
            </a:lvl1pPr>
          </a:lstStyle>
          <a:p>
            <a:pPr lvl="0"/>
            <a:r>
              <a:rPr lang="en-US" dirty="0"/>
              <a:t>Enter row information</a:t>
            </a:r>
          </a:p>
        </p:txBody>
      </p:sp>
      <p:sp>
        <p:nvSpPr>
          <p:cNvPr id="45" name="Text Placeholder 4"/>
          <p:cNvSpPr>
            <a:spLocks noGrp="1"/>
          </p:cNvSpPr>
          <p:nvPr>
            <p:ph type="body" sz="quarter" idx="47" hasCustomPrompt="1"/>
          </p:nvPr>
        </p:nvSpPr>
        <p:spPr>
          <a:xfrm>
            <a:off x="-1816" y="5584458"/>
            <a:ext cx="274320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cxnSp>
        <p:nvCxnSpPr>
          <p:cNvPr id="49" name="Straight Connector 48"/>
          <p:cNvCxnSpPr/>
          <p:nvPr userDrawn="1"/>
        </p:nvCxnSpPr>
        <p:spPr>
          <a:xfrm>
            <a:off x="-1816" y="619710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54861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2">
                                            <p:txEl>
                                              <p:pRg st="0" end="0"/>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
                                            <p:txEl>
                                              <p:pRg st="0" end="0"/>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1">
                                            <p:txEl>
                                              <p:pRg st="0" end="0"/>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2">
                                            <p:txEl>
                                              <p:pRg st="0" end="0"/>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5">
                                            <p:txEl>
                                              <p:pRg st="0" end="0"/>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71" grpId="0" animBg="1"/>
      <p:bldP spid="62"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72" grpId="0" build="p">
        <p:tmplLst>
          <p:tmpl lvl="1">
            <p:tnLst>
              <p:par>
                <p:cTn presetID="1"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childTnLst>
                </p:cTn>
              </p:par>
            </p:tnLst>
          </p:tmpl>
        </p:tmplLst>
      </p:bldP>
      <p:bldP spid="73" grpId="0" build="p">
        <p:tmplLst>
          <p:tmpl lvl="1">
            <p:tnLst>
              <p:par>
                <p:cTn presetID="1" presetClass="entr" presetSubtype="0" fill="hold" nodeType="withEffect">
                  <p:stCondLst>
                    <p:cond delay="0"/>
                  </p:stCondLst>
                  <p:childTnLst>
                    <p:set>
                      <p:cBhvr>
                        <p:cTn dur="1" fill="hold">
                          <p:stCondLst>
                            <p:cond delay="0"/>
                          </p:stCondLst>
                        </p:cTn>
                        <p:tgtEl>
                          <p:spTgt spid="73"/>
                        </p:tgtEl>
                        <p:attrNameLst>
                          <p:attrName>style.visibility</p:attrName>
                        </p:attrNameLst>
                      </p:cBhvr>
                      <p:to>
                        <p:strVal val="visible"/>
                      </p:to>
                    </p:set>
                  </p:childTnLst>
                </p:cTn>
              </p:par>
            </p:tnLst>
          </p:tmpl>
        </p:tmplLst>
      </p:bldP>
      <p:bldP spid="75" grpId="0" build="p">
        <p:tmplLst>
          <p:tmpl lvl="1">
            <p:tnLst>
              <p:par>
                <p:cTn presetID="1"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childTnLst>
                </p:cTn>
              </p:par>
            </p:tnLst>
          </p:tmpl>
        </p:tmplLst>
      </p:bldP>
      <p:bldP spid="40" grpId="0" animBg="1"/>
      <p:bldP spid="41" grpId="0" build="p">
        <p:tmplLst>
          <p:tmpl lvl="1">
            <p:tnLst>
              <p:par>
                <p:cTn presetID="1"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childTnLst>
                </p:cTn>
              </p:par>
            </p:tnLst>
          </p:tmpl>
        </p:tmplLst>
      </p:bldP>
      <p:bldP spid="42" grpId="0" build="p">
        <p:tmplLst>
          <p:tmpl lvl="1">
            <p:tnLst>
              <p:par>
                <p:cTn presetID="1"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x3-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10312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10312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210312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10312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1178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551726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11781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11781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117814" y="3306340"/>
            <a:ext cx="315468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551726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551726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5517264" y="3306340"/>
            <a:ext cx="315468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11781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551726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8902665"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8902665" y="1837094"/>
            <a:ext cx="3154680" cy="731520"/>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8902665" y="2571717"/>
            <a:ext cx="3154680" cy="731520"/>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8902665" y="3306340"/>
            <a:ext cx="3154680" cy="731520"/>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8902665" y="4040963"/>
            <a:ext cx="3154680" cy="73152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3467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x3-Tall-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10312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10312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37498"/>
            <a:ext cx="2103120" cy="182880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10312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1178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551726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11781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11781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117814" y="3306340"/>
            <a:ext cx="315468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551726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551726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5517264" y="3306340"/>
            <a:ext cx="315468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117814" y="4037498"/>
            <a:ext cx="3154680" cy="1828800"/>
          </a:xfrm>
        </p:spPr>
        <p:txBody>
          <a:bodyPr anchor="t">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5517264" y="4037498"/>
            <a:ext cx="3154680" cy="1828800"/>
          </a:xfrm>
        </p:spPr>
        <p:txBody>
          <a:bodyPr anchor="t">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8902665"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8902665" y="1837094"/>
            <a:ext cx="3154680" cy="731520"/>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8902665" y="2571717"/>
            <a:ext cx="3154680" cy="731520"/>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8902665" y="3306340"/>
            <a:ext cx="3154680" cy="731520"/>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8902665" y="4037498"/>
            <a:ext cx="3154680" cy="1828800"/>
          </a:xfrm>
        </p:spPr>
        <p:txBody>
          <a:bodyPr anchor="t">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37498"/>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5866298"/>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56457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x3-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10312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10312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210312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10312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762886"/>
            <a:ext cx="2103120" cy="731520"/>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1178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551726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11781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11781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117814" y="3306340"/>
            <a:ext cx="315468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551726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551726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5517264" y="3306340"/>
            <a:ext cx="315468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11781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551726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8902665"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8902665" y="1837094"/>
            <a:ext cx="3154680" cy="731520"/>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8902665" y="2571717"/>
            <a:ext cx="3154680" cy="731520"/>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8902665" y="3306340"/>
            <a:ext cx="3154680" cy="731520"/>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8902665" y="4040963"/>
            <a:ext cx="3154680" cy="73152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3" name="Text Placeholder 33"/>
          <p:cNvSpPr>
            <a:spLocks noGrp="1"/>
          </p:cNvSpPr>
          <p:nvPr>
            <p:ph type="body" sz="quarter" idx="36" hasCustomPrompt="1"/>
          </p:nvPr>
        </p:nvSpPr>
        <p:spPr>
          <a:xfrm>
            <a:off x="2117814" y="4775586"/>
            <a:ext cx="3154680" cy="731520"/>
          </a:xfrm>
        </p:spPr>
        <p:txBody>
          <a:bodyPr anchor="ctr">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5517264" y="4775586"/>
            <a:ext cx="3154680" cy="731520"/>
          </a:xfrm>
        </p:spPr>
        <p:txBody>
          <a:bodyPr anchor="ctr">
            <a:normAutofit/>
          </a:bodyPr>
          <a:lstStyle>
            <a:lvl1pPr marL="0" indent="0" algn="ctr">
              <a:buNone/>
              <a:defRPr sz="1600"/>
            </a:lvl1pPr>
          </a:lstStyle>
          <a:p>
            <a:pPr lvl="0"/>
            <a:r>
              <a:rPr lang="en-US" dirty="0"/>
              <a:t>Enter row information</a:t>
            </a:r>
          </a:p>
        </p:txBody>
      </p:sp>
      <p:sp>
        <p:nvSpPr>
          <p:cNvPr id="65" name="Text Placeholder 33"/>
          <p:cNvSpPr>
            <a:spLocks noGrp="1"/>
          </p:cNvSpPr>
          <p:nvPr>
            <p:ph type="body" sz="quarter" idx="38" hasCustomPrompt="1"/>
          </p:nvPr>
        </p:nvSpPr>
        <p:spPr>
          <a:xfrm>
            <a:off x="8902665" y="4775586"/>
            <a:ext cx="3154680" cy="731520"/>
          </a:xfrm>
        </p:spPr>
        <p:txBody>
          <a:bodyPr anchor="ctr">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775586"/>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5493465"/>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9779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62"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5" grpId="0" build="p">
        <p:tmplLst>
          <p:tmpl lvl="1">
            <p:tnLst>
              <p:par>
                <p:cTn presetID="1"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x3-Tall-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10312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10312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210312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10312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762886"/>
            <a:ext cx="2103120" cy="1514378"/>
          </a:xfrm>
          <a:prstGeom prst="rect">
            <a:avLst/>
          </a:prstGeom>
          <a:solidFill>
            <a:schemeClr val="tx2">
              <a:lumMod val="40000"/>
              <a:lumOff val="60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1178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551726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11781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11781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117814" y="3306340"/>
            <a:ext cx="315468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551726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551726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5517264" y="3306340"/>
            <a:ext cx="315468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11781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551726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8902665"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8902665" y="1837094"/>
            <a:ext cx="3154680" cy="731520"/>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8902665" y="2571717"/>
            <a:ext cx="3154680" cy="731520"/>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8902665" y="3306340"/>
            <a:ext cx="3154680" cy="731520"/>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8902665" y="4040963"/>
            <a:ext cx="3154680" cy="73152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3" name="Text Placeholder 33"/>
          <p:cNvSpPr>
            <a:spLocks noGrp="1"/>
          </p:cNvSpPr>
          <p:nvPr>
            <p:ph type="body" sz="quarter" idx="36" hasCustomPrompt="1"/>
          </p:nvPr>
        </p:nvSpPr>
        <p:spPr>
          <a:xfrm>
            <a:off x="2117814" y="4775586"/>
            <a:ext cx="3154680" cy="1514378"/>
          </a:xfrm>
        </p:spPr>
        <p:txBody>
          <a:bodyPr anchor="t">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5517264" y="4775586"/>
            <a:ext cx="3154680" cy="1514378"/>
          </a:xfrm>
        </p:spPr>
        <p:txBody>
          <a:bodyPr anchor="t">
            <a:normAutofit/>
          </a:bodyPr>
          <a:lstStyle>
            <a:lvl1pPr marL="0" indent="0" algn="ctr">
              <a:buNone/>
              <a:defRPr sz="1600"/>
            </a:lvl1pPr>
          </a:lstStyle>
          <a:p>
            <a:pPr lvl="0"/>
            <a:r>
              <a:rPr lang="en-US" dirty="0"/>
              <a:t>Enter row information</a:t>
            </a:r>
          </a:p>
        </p:txBody>
      </p:sp>
      <p:sp>
        <p:nvSpPr>
          <p:cNvPr id="65" name="Text Placeholder 33"/>
          <p:cNvSpPr>
            <a:spLocks noGrp="1"/>
          </p:cNvSpPr>
          <p:nvPr>
            <p:ph type="body" sz="quarter" idx="38" hasCustomPrompt="1"/>
          </p:nvPr>
        </p:nvSpPr>
        <p:spPr>
          <a:xfrm>
            <a:off x="8902665" y="4775586"/>
            <a:ext cx="3154680" cy="1514378"/>
          </a:xfrm>
        </p:spPr>
        <p:txBody>
          <a:bodyPr anchor="t">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775586"/>
            <a:ext cx="2103120" cy="731520"/>
          </a:xfrm>
        </p:spPr>
        <p:txBody>
          <a:bodyPr anchor="t">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6289964"/>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48208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62"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5" grpId="0" build="p">
        <p:tmplLst>
          <p:tmpl lvl="1">
            <p:tnLst>
              <p:par>
                <p:cTn presetID="1"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x3-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210312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210312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210312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1" name="Text Placeholder 6"/>
          <p:cNvSpPr txBox="1">
            <a:spLocks/>
          </p:cNvSpPr>
          <p:nvPr userDrawn="1"/>
        </p:nvSpPr>
        <p:spPr>
          <a:xfrm>
            <a:off x="-1816" y="5493465"/>
            <a:ext cx="2103120" cy="731520"/>
          </a:xfrm>
          <a:prstGeom prst="rect">
            <a:avLst/>
          </a:prstGeom>
          <a:solidFill>
            <a:schemeClr val="accent1">
              <a:lumMod val="50000"/>
              <a:lumOff val="50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10312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762886"/>
            <a:ext cx="2103120" cy="731520"/>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21178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551726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11781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11781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117814" y="3306340"/>
            <a:ext cx="315468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5517264" y="1837094"/>
            <a:ext cx="315468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5517264" y="2571717"/>
            <a:ext cx="315468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5517264" y="3306340"/>
            <a:ext cx="315468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211781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5517264" y="4040963"/>
            <a:ext cx="3154680" cy="731520"/>
          </a:xfrm>
        </p:spPr>
        <p:txBody>
          <a:bodyPr anchor="ctr">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8902665"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8902665" y="1837094"/>
            <a:ext cx="3154680" cy="731520"/>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8902665" y="2571717"/>
            <a:ext cx="3154680" cy="731520"/>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8902665" y="3306340"/>
            <a:ext cx="3154680" cy="731520"/>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8902665" y="4040963"/>
            <a:ext cx="3154680" cy="73152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3" name="Text Placeholder 33"/>
          <p:cNvSpPr>
            <a:spLocks noGrp="1"/>
          </p:cNvSpPr>
          <p:nvPr>
            <p:ph type="body" sz="quarter" idx="36" hasCustomPrompt="1"/>
          </p:nvPr>
        </p:nvSpPr>
        <p:spPr>
          <a:xfrm>
            <a:off x="2117814" y="4775586"/>
            <a:ext cx="3154680" cy="731520"/>
          </a:xfrm>
        </p:spPr>
        <p:txBody>
          <a:bodyPr anchor="ctr">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5517264" y="4775586"/>
            <a:ext cx="3154680" cy="731520"/>
          </a:xfrm>
        </p:spPr>
        <p:txBody>
          <a:bodyPr anchor="ctr">
            <a:normAutofit/>
          </a:bodyPr>
          <a:lstStyle>
            <a:lvl1pPr marL="0" indent="0" algn="ctr">
              <a:buNone/>
              <a:defRPr sz="1600"/>
            </a:lvl1pPr>
          </a:lstStyle>
          <a:p>
            <a:pPr lvl="0"/>
            <a:r>
              <a:rPr lang="en-US" dirty="0"/>
              <a:t>Enter row information</a:t>
            </a:r>
          </a:p>
        </p:txBody>
      </p:sp>
      <p:sp>
        <p:nvSpPr>
          <p:cNvPr id="65" name="Text Placeholder 33"/>
          <p:cNvSpPr>
            <a:spLocks noGrp="1"/>
          </p:cNvSpPr>
          <p:nvPr>
            <p:ph type="body" sz="quarter" idx="38" hasCustomPrompt="1"/>
          </p:nvPr>
        </p:nvSpPr>
        <p:spPr>
          <a:xfrm>
            <a:off x="8902665" y="4775586"/>
            <a:ext cx="3154680" cy="731520"/>
          </a:xfrm>
        </p:spPr>
        <p:txBody>
          <a:bodyPr anchor="ctr">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775586"/>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2" name="Text Placeholder 33"/>
          <p:cNvSpPr>
            <a:spLocks noGrp="1"/>
          </p:cNvSpPr>
          <p:nvPr>
            <p:ph type="body" sz="quarter" idx="40" hasCustomPrompt="1"/>
          </p:nvPr>
        </p:nvSpPr>
        <p:spPr>
          <a:xfrm>
            <a:off x="2117814" y="5510207"/>
            <a:ext cx="3154680" cy="731520"/>
          </a:xfrm>
        </p:spPr>
        <p:txBody>
          <a:bodyPr anchor="ctr">
            <a:normAutofit/>
          </a:bodyPr>
          <a:lstStyle>
            <a:lvl1pPr marL="0" indent="0" algn="ctr">
              <a:buNone/>
              <a:defRPr sz="1600"/>
            </a:lvl1pPr>
          </a:lstStyle>
          <a:p>
            <a:pPr lvl="0"/>
            <a:r>
              <a:rPr lang="en-US" dirty="0"/>
              <a:t>Enter row information</a:t>
            </a:r>
          </a:p>
        </p:txBody>
      </p:sp>
      <p:sp>
        <p:nvSpPr>
          <p:cNvPr id="73" name="Text Placeholder 33"/>
          <p:cNvSpPr>
            <a:spLocks noGrp="1"/>
          </p:cNvSpPr>
          <p:nvPr>
            <p:ph type="body" sz="quarter" idx="41" hasCustomPrompt="1"/>
          </p:nvPr>
        </p:nvSpPr>
        <p:spPr>
          <a:xfrm>
            <a:off x="5517264" y="5510207"/>
            <a:ext cx="3154680" cy="731520"/>
          </a:xfrm>
        </p:spPr>
        <p:txBody>
          <a:bodyPr anchor="ctr">
            <a:normAutofit/>
          </a:bodyPr>
          <a:lstStyle>
            <a:lvl1pPr marL="0" indent="0" algn="ctr">
              <a:buNone/>
              <a:defRPr sz="1600"/>
            </a:lvl1pPr>
          </a:lstStyle>
          <a:p>
            <a:pPr lvl="0"/>
            <a:r>
              <a:rPr lang="en-US" dirty="0"/>
              <a:t>Enter row information</a:t>
            </a:r>
          </a:p>
        </p:txBody>
      </p:sp>
      <p:sp>
        <p:nvSpPr>
          <p:cNvPr id="74" name="Text Placeholder 33"/>
          <p:cNvSpPr>
            <a:spLocks noGrp="1"/>
          </p:cNvSpPr>
          <p:nvPr>
            <p:ph type="body" sz="quarter" idx="42" hasCustomPrompt="1"/>
          </p:nvPr>
        </p:nvSpPr>
        <p:spPr>
          <a:xfrm>
            <a:off x="8902665" y="5510207"/>
            <a:ext cx="3154680" cy="731520"/>
          </a:xfrm>
        </p:spPr>
        <p:txBody>
          <a:bodyPr anchor="ctr">
            <a:normAutofit/>
          </a:bodyPr>
          <a:lstStyle>
            <a:lvl1pPr marL="0" indent="0" algn="ctr">
              <a:buNone/>
              <a:defRPr sz="1600"/>
            </a:lvl1pPr>
          </a:lstStyle>
          <a:p>
            <a:pPr lvl="0"/>
            <a:r>
              <a:rPr lang="en-US" dirty="0"/>
              <a:t>Enter row information</a:t>
            </a:r>
          </a:p>
        </p:txBody>
      </p:sp>
      <p:sp>
        <p:nvSpPr>
          <p:cNvPr id="75" name="Text Placeholder 4"/>
          <p:cNvSpPr>
            <a:spLocks noGrp="1"/>
          </p:cNvSpPr>
          <p:nvPr>
            <p:ph type="body" sz="quarter" idx="43" hasCustomPrompt="1"/>
          </p:nvPr>
        </p:nvSpPr>
        <p:spPr>
          <a:xfrm>
            <a:off x="-1816" y="5510207"/>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5493465"/>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1816" y="623410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1427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3">
                                            <p:txEl>
                                              <p:pRg st="0" end="0"/>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4">
                                            <p:txEl>
                                              <p:pRg st="0" end="0"/>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71" grpId="0" animBg="1"/>
      <p:bldP spid="62"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5" grpId="0" build="p">
        <p:tmplLst>
          <p:tmpl lvl="1">
            <p:tnLst>
              <p:par>
                <p:cTn presetID="1"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72" grpId="0" build="p">
        <p:tmplLst>
          <p:tmpl lvl="1">
            <p:tnLst>
              <p:par>
                <p:cTn presetID="1"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childTnLst>
                </p:cTn>
              </p:par>
            </p:tnLst>
          </p:tmpl>
        </p:tmplLst>
      </p:bldP>
      <p:bldP spid="73" grpId="0" build="p">
        <p:tmplLst>
          <p:tmpl lvl="1">
            <p:tnLst>
              <p:par>
                <p:cTn presetID="1" presetClass="entr" presetSubtype="0" fill="hold" nodeType="withEffect">
                  <p:stCondLst>
                    <p:cond delay="0"/>
                  </p:stCondLst>
                  <p:childTnLst>
                    <p:set>
                      <p:cBhvr>
                        <p:cTn dur="1" fill="hold">
                          <p:stCondLst>
                            <p:cond delay="0"/>
                          </p:stCondLst>
                        </p:cTn>
                        <p:tgtEl>
                          <p:spTgt spid="73"/>
                        </p:tgtEl>
                        <p:attrNameLst>
                          <p:attrName>style.visibility</p:attrName>
                        </p:attrNameLst>
                      </p:cBhvr>
                      <p:to>
                        <p:strVal val="visible"/>
                      </p:to>
                    </p:set>
                  </p:childTnLst>
                </p:cTn>
              </p:par>
            </p:tnLst>
          </p:tmpl>
        </p:tmplLst>
      </p:bldP>
      <p:bldP spid="74" grpId="0" build="p">
        <p:tmplLst>
          <p:tmpl lvl="1">
            <p:tnLst>
              <p:par>
                <p:cTn presetID="1" presetClass="entr" presetSubtype="0" fill="hold" nodeType="withEffect">
                  <p:stCondLst>
                    <p:cond delay="0"/>
                  </p:stCondLst>
                  <p:childTnLst>
                    <p:set>
                      <p:cBhvr>
                        <p:cTn dur="1" fill="hold">
                          <p:stCondLst>
                            <p:cond delay="0"/>
                          </p:stCondLst>
                        </p:cTn>
                        <p:tgtEl>
                          <p:spTgt spid="74"/>
                        </p:tgtEl>
                        <p:attrNameLst>
                          <p:attrName>style.visibility</p:attrName>
                        </p:attrNameLst>
                      </p:cBhvr>
                      <p:to>
                        <p:strVal val="visible"/>
                      </p:to>
                    </p:set>
                  </p:childTnLst>
                </p:cTn>
              </p:par>
            </p:tnLst>
          </p:tmpl>
        </p:tmplLst>
      </p:bldP>
      <p:bldP spid="75" grpId="0" build="p">
        <p:tmplLst>
          <p:tmpl lvl="1">
            <p:tnLst>
              <p:par>
                <p:cTn presetID="1"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x3-Tall-GraphicTabl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21" name="Text Placeholder 6"/>
          <p:cNvSpPr txBox="1">
            <a:spLocks/>
          </p:cNvSpPr>
          <p:nvPr userDrawn="1"/>
        </p:nvSpPr>
        <p:spPr>
          <a:xfrm>
            <a:off x="-1816" y="3024808"/>
            <a:ext cx="2103120" cy="59436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430951"/>
            <a:ext cx="2103120" cy="59436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37094"/>
            <a:ext cx="2103120" cy="59436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5" name="Text Placeholder 4"/>
          <p:cNvSpPr>
            <a:spLocks noGrp="1"/>
          </p:cNvSpPr>
          <p:nvPr userDrawn="1">
            <p:ph type="body" sz="quarter" idx="13" hasCustomPrompt="1"/>
          </p:nvPr>
        </p:nvSpPr>
        <p:spPr>
          <a:xfrm>
            <a:off x="21178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551726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117814" y="1837094"/>
            <a:ext cx="3154680" cy="59436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117814" y="2430951"/>
            <a:ext cx="3154680" cy="59436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117814" y="3024808"/>
            <a:ext cx="3154680" cy="59436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5517264" y="1837094"/>
            <a:ext cx="3154680" cy="59436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5517264" y="2430951"/>
            <a:ext cx="3154680" cy="59436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5517264" y="3024808"/>
            <a:ext cx="3154680" cy="594360"/>
          </a:xfrm>
        </p:spPr>
        <p:txBody>
          <a:bodyPr anchor="ctr">
            <a:normAutofit/>
          </a:bodyPr>
          <a:lstStyle>
            <a:lvl1pPr marL="0" indent="0" algn="ctr">
              <a:buNone/>
              <a:defRPr sz="1600"/>
            </a:lvl1pPr>
          </a:lstStyle>
          <a:p>
            <a:pPr lvl="0"/>
            <a:r>
              <a:rPr lang="en-US" dirty="0"/>
              <a:t>Enter row information</a:t>
            </a:r>
          </a:p>
        </p:txBody>
      </p:sp>
      <p:sp>
        <p:nvSpPr>
          <p:cNvPr id="43" name="Text Placeholder 6"/>
          <p:cNvSpPr txBox="1">
            <a:spLocks/>
          </p:cNvSpPr>
          <p:nvPr/>
        </p:nvSpPr>
        <p:spPr>
          <a:xfrm>
            <a:off x="-1816" y="3618665"/>
            <a:ext cx="2103120" cy="59436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7" name="Text Placeholder 33"/>
          <p:cNvSpPr>
            <a:spLocks noGrp="1"/>
          </p:cNvSpPr>
          <p:nvPr>
            <p:ph type="body" sz="quarter" idx="21" hasCustomPrompt="1"/>
          </p:nvPr>
        </p:nvSpPr>
        <p:spPr>
          <a:xfrm>
            <a:off x="2117814" y="3618665"/>
            <a:ext cx="3154680" cy="59436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5517264" y="3618665"/>
            <a:ext cx="3154680" cy="594360"/>
          </a:xfrm>
        </p:spPr>
        <p:txBody>
          <a:bodyPr anchor="ctr">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89167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8902665" y="1837094"/>
            <a:ext cx="3154680" cy="594360"/>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8902665" y="2430951"/>
            <a:ext cx="3154680" cy="594360"/>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8902665" y="3024808"/>
            <a:ext cx="3154680" cy="594360"/>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8902665" y="3618665"/>
            <a:ext cx="3154680" cy="59436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430951"/>
            <a:ext cx="2103120" cy="59436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024808"/>
            <a:ext cx="2103120" cy="59436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59436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3618665"/>
            <a:ext cx="2103120" cy="59436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2" name="Text Placeholder 6"/>
          <p:cNvSpPr txBox="1">
            <a:spLocks/>
          </p:cNvSpPr>
          <p:nvPr userDrawn="1"/>
        </p:nvSpPr>
        <p:spPr>
          <a:xfrm>
            <a:off x="-1816" y="4212522"/>
            <a:ext cx="2103120" cy="594360"/>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3" name="Text Placeholder 33"/>
          <p:cNvSpPr>
            <a:spLocks noGrp="1"/>
          </p:cNvSpPr>
          <p:nvPr>
            <p:ph type="body" sz="quarter" idx="36" hasCustomPrompt="1"/>
          </p:nvPr>
        </p:nvSpPr>
        <p:spPr>
          <a:xfrm>
            <a:off x="2117814" y="4212522"/>
            <a:ext cx="3154680" cy="594360"/>
          </a:xfrm>
        </p:spPr>
        <p:txBody>
          <a:bodyPr anchor="ctr">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5517264" y="4212522"/>
            <a:ext cx="3154680" cy="594360"/>
          </a:xfrm>
        </p:spPr>
        <p:txBody>
          <a:bodyPr anchor="ctr">
            <a:normAutofit/>
          </a:bodyPr>
          <a:lstStyle>
            <a:lvl1pPr marL="0" indent="0" algn="ctr">
              <a:buNone/>
              <a:defRPr sz="1600"/>
            </a:lvl1pPr>
          </a:lstStyle>
          <a:p>
            <a:pPr lvl="0"/>
            <a:r>
              <a:rPr lang="en-US" dirty="0"/>
              <a:t>Enter row information</a:t>
            </a:r>
          </a:p>
        </p:txBody>
      </p:sp>
      <p:sp>
        <p:nvSpPr>
          <p:cNvPr id="65" name="Text Placeholder 33"/>
          <p:cNvSpPr>
            <a:spLocks noGrp="1"/>
          </p:cNvSpPr>
          <p:nvPr>
            <p:ph type="body" sz="quarter" idx="38" hasCustomPrompt="1"/>
          </p:nvPr>
        </p:nvSpPr>
        <p:spPr>
          <a:xfrm>
            <a:off x="8902665" y="4212522"/>
            <a:ext cx="3154680" cy="594360"/>
          </a:xfrm>
        </p:spPr>
        <p:txBody>
          <a:bodyPr anchor="ctr">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212522"/>
            <a:ext cx="2103120" cy="59436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1" name="Text Placeholder 6"/>
          <p:cNvSpPr txBox="1">
            <a:spLocks/>
          </p:cNvSpPr>
          <p:nvPr userDrawn="1"/>
        </p:nvSpPr>
        <p:spPr>
          <a:xfrm>
            <a:off x="-1816" y="4806119"/>
            <a:ext cx="2103120" cy="1463040"/>
          </a:xfrm>
          <a:prstGeom prst="rect">
            <a:avLst/>
          </a:prstGeom>
          <a:solidFill>
            <a:schemeClr val="accent1">
              <a:lumMod val="50000"/>
              <a:lumOff val="50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2" name="Text Placeholder 33"/>
          <p:cNvSpPr>
            <a:spLocks noGrp="1"/>
          </p:cNvSpPr>
          <p:nvPr>
            <p:ph type="body" sz="quarter" idx="40" hasCustomPrompt="1"/>
          </p:nvPr>
        </p:nvSpPr>
        <p:spPr>
          <a:xfrm>
            <a:off x="2117814" y="4806119"/>
            <a:ext cx="3154680" cy="1463040"/>
          </a:xfrm>
        </p:spPr>
        <p:txBody>
          <a:bodyPr anchor="t">
            <a:normAutofit/>
          </a:bodyPr>
          <a:lstStyle>
            <a:lvl1pPr marL="0" indent="0" algn="ctr">
              <a:buNone/>
              <a:defRPr sz="1600"/>
            </a:lvl1pPr>
          </a:lstStyle>
          <a:p>
            <a:pPr lvl="0"/>
            <a:r>
              <a:rPr lang="en-US" dirty="0"/>
              <a:t>Enter row information</a:t>
            </a:r>
          </a:p>
        </p:txBody>
      </p:sp>
      <p:sp>
        <p:nvSpPr>
          <p:cNvPr id="73" name="Text Placeholder 33"/>
          <p:cNvSpPr>
            <a:spLocks noGrp="1"/>
          </p:cNvSpPr>
          <p:nvPr>
            <p:ph type="body" sz="quarter" idx="41" hasCustomPrompt="1"/>
          </p:nvPr>
        </p:nvSpPr>
        <p:spPr>
          <a:xfrm>
            <a:off x="5517264" y="4806119"/>
            <a:ext cx="3154680" cy="1463040"/>
          </a:xfrm>
        </p:spPr>
        <p:txBody>
          <a:bodyPr anchor="t">
            <a:normAutofit/>
          </a:bodyPr>
          <a:lstStyle>
            <a:lvl1pPr marL="0" indent="0" algn="ctr">
              <a:buNone/>
              <a:defRPr sz="1600"/>
            </a:lvl1pPr>
          </a:lstStyle>
          <a:p>
            <a:pPr lvl="0"/>
            <a:r>
              <a:rPr lang="en-US" dirty="0"/>
              <a:t>Enter row information</a:t>
            </a:r>
          </a:p>
        </p:txBody>
      </p:sp>
      <p:sp>
        <p:nvSpPr>
          <p:cNvPr id="74" name="Text Placeholder 33"/>
          <p:cNvSpPr>
            <a:spLocks noGrp="1"/>
          </p:cNvSpPr>
          <p:nvPr>
            <p:ph type="body" sz="quarter" idx="42" hasCustomPrompt="1"/>
          </p:nvPr>
        </p:nvSpPr>
        <p:spPr>
          <a:xfrm>
            <a:off x="8902665" y="4806119"/>
            <a:ext cx="3154680" cy="1463040"/>
          </a:xfrm>
        </p:spPr>
        <p:txBody>
          <a:bodyPr anchor="t">
            <a:normAutofit/>
          </a:bodyPr>
          <a:lstStyle>
            <a:lvl1pPr marL="0" indent="0" algn="ctr">
              <a:buNone/>
              <a:defRPr sz="1600"/>
            </a:lvl1pPr>
          </a:lstStyle>
          <a:p>
            <a:pPr lvl="0"/>
            <a:r>
              <a:rPr lang="en-US" dirty="0"/>
              <a:t>Enter row information</a:t>
            </a:r>
          </a:p>
        </p:txBody>
      </p:sp>
      <p:sp>
        <p:nvSpPr>
          <p:cNvPr id="75" name="Text Placeholder 4"/>
          <p:cNvSpPr>
            <a:spLocks noGrp="1"/>
          </p:cNvSpPr>
          <p:nvPr>
            <p:ph type="body" sz="quarter" idx="43" hasCustomPrompt="1"/>
          </p:nvPr>
        </p:nvSpPr>
        <p:spPr>
          <a:xfrm>
            <a:off x="-1816" y="4806119"/>
            <a:ext cx="2103120" cy="59436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430951"/>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024808"/>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3618665"/>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212522"/>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4806119"/>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1816" y="6269159"/>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35513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3">
                                            <p:txEl>
                                              <p:pRg st="0" end="0"/>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4">
                                            <p:txEl>
                                              <p:pRg st="0" end="0"/>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3" grpId="0" animBg="1"/>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2" grpId="0" animBg="1"/>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5" grpId="0" build="p">
        <p:tmplLst>
          <p:tmpl lvl="1">
            <p:tnLst>
              <p:par>
                <p:cTn presetID="1"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71" grpId="0" animBg="1"/>
      <p:bldP spid="72" grpId="0" build="p">
        <p:tmplLst>
          <p:tmpl lvl="1">
            <p:tnLst>
              <p:par>
                <p:cTn presetID="1"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childTnLst>
                </p:cTn>
              </p:par>
            </p:tnLst>
          </p:tmpl>
        </p:tmplLst>
      </p:bldP>
      <p:bldP spid="73" grpId="0" build="p">
        <p:tmplLst>
          <p:tmpl lvl="1">
            <p:tnLst>
              <p:par>
                <p:cTn presetID="1" presetClass="entr" presetSubtype="0" fill="hold" nodeType="withEffect">
                  <p:stCondLst>
                    <p:cond delay="0"/>
                  </p:stCondLst>
                  <p:childTnLst>
                    <p:set>
                      <p:cBhvr>
                        <p:cTn dur="1" fill="hold">
                          <p:stCondLst>
                            <p:cond delay="0"/>
                          </p:stCondLst>
                        </p:cTn>
                        <p:tgtEl>
                          <p:spTgt spid="73"/>
                        </p:tgtEl>
                        <p:attrNameLst>
                          <p:attrName>style.visibility</p:attrName>
                        </p:attrNameLst>
                      </p:cBhvr>
                      <p:to>
                        <p:strVal val="visible"/>
                      </p:to>
                    </p:set>
                  </p:childTnLst>
                </p:cTn>
              </p:par>
            </p:tnLst>
          </p:tmpl>
        </p:tmplLst>
      </p:bldP>
      <p:bldP spid="74" grpId="0" build="p">
        <p:tmplLst>
          <p:tmpl lvl="1">
            <p:tnLst>
              <p:par>
                <p:cTn presetID="1" presetClass="entr" presetSubtype="0" fill="hold" nodeType="withEffect">
                  <p:stCondLst>
                    <p:cond delay="0"/>
                  </p:stCondLst>
                  <p:childTnLst>
                    <p:set>
                      <p:cBhvr>
                        <p:cTn dur="1" fill="hold">
                          <p:stCondLst>
                            <p:cond delay="0"/>
                          </p:stCondLst>
                        </p:cTn>
                        <p:tgtEl>
                          <p:spTgt spid="74"/>
                        </p:tgtEl>
                        <p:attrNameLst>
                          <p:attrName>style.visibility</p:attrName>
                        </p:attrNameLst>
                      </p:cBhvr>
                      <p:to>
                        <p:strVal val="visible"/>
                      </p:to>
                    </p:set>
                  </p:childTnLst>
                </p:cTn>
              </p:par>
            </p:tnLst>
          </p:tmpl>
        </p:tmplLst>
      </p:bldP>
      <p:bldP spid="75" grpId="0" build="p">
        <p:tmplLst>
          <p:tmpl lvl="1">
            <p:tnLst>
              <p:par>
                <p:cTn presetID="1"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childTnLst>
                </p:cTn>
              </p:par>
            </p:tnLst>
          </p:tmpl>
        </p:tmplLst>
      </p:bldP>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7x3-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088283"/>
            <a:ext cx="2103120" cy="612648"/>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464240"/>
            <a:ext cx="2103120" cy="612648"/>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3712326"/>
            <a:ext cx="2103120" cy="612648"/>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1" name="Text Placeholder 6"/>
          <p:cNvSpPr txBox="1">
            <a:spLocks/>
          </p:cNvSpPr>
          <p:nvPr userDrawn="1"/>
        </p:nvSpPr>
        <p:spPr>
          <a:xfrm>
            <a:off x="-1816" y="4960412"/>
            <a:ext cx="2103120" cy="612648"/>
          </a:xfrm>
          <a:prstGeom prst="rect">
            <a:avLst/>
          </a:prstGeom>
          <a:solidFill>
            <a:schemeClr val="accent1">
              <a:lumMod val="50000"/>
              <a:lumOff val="50000"/>
            </a:schemeClr>
          </a:solidFill>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2103120" cy="612648"/>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336369"/>
            <a:ext cx="2103120" cy="612648"/>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0" name="Text Placeholder 4"/>
          <p:cNvSpPr>
            <a:spLocks noGrp="1"/>
          </p:cNvSpPr>
          <p:nvPr>
            <p:ph type="body" sz="quarter" idx="28" hasCustomPrompt="1"/>
          </p:nvPr>
        </p:nvSpPr>
        <p:spPr>
          <a:xfrm>
            <a:off x="-1816" y="2464240"/>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088283"/>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3712326"/>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6" name="Text Placeholder 4"/>
          <p:cNvSpPr>
            <a:spLocks noGrp="1"/>
          </p:cNvSpPr>
          <p:nvPr>
            <p:ph type="body" sz="quarter" idx="39" hasCustomPrompt="1"/>
          </p:nvPr>
        </p:nvSpPr>
        <p:spPr>
          <a:xfrm>
            <a:off x="-1816" y="4336369"/>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5" name="Text Placeholder 4"/>
          <p:cNvSpPr>
            <a:spLocks noGrp="1"/>
          </p:cNvSpPr>
          <p:nvPr>
            <p:ph type="body" sz="quarter" idx="43" hasCustomPrompt="1"/>
          </p:nvPr>
        </p:nvSpPr>
        <p:spPr>
          <a:xfrm>
            <a:off x="-1816" y="4960412"/>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40" name="Text Placeholder 6"/>
          <p:cNvSpPr txBox="1">
            <a:spLocks/>
          </p:cNvSpPr>
          <p:nvPr userDrawn="1"/>
        </p:nvSpPr>
        <p:spPr>
          <a:xfrm>
            <a:off x="-1816" y="5586984"/>
            <a:ext cx="2103120" cy="731520"/>
          </a:xfrm>
          <a:prstGeom prst="rect">
            <a:avLst/>
          </a:prstGeom>
          <a:solidFill>
            <a:schemeClr val="accent4">
              <a:lumMod val="75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5" name="Text Placeholder 4"/>
          <p:cNvSpPr>
            <a:spLocks noGrp="1"/>
          </p:cNvSpPr>
          <p:nvPr>
            <p:ph type="body" sz="quarter" idx="47" hasCustomPrompt="1"/>
          </p:nvPr>
        </p:nvSpPr>
        <p:spPr>
          <a:xfrm>
            <a:off x="-1816" y="5586984"/>
            <a:ext cx="210312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46" name="Text Placeholder 4"/>
          <p:cNvSpPr>
            <a:spLocks noGrp="1"/>
          </p:cNvSpPr>
          <p:nvPr>
            <p:ph type="body" sz="quarter" idx="13" hasCustomPrompt="1"/>
          </p:nvPr>
        </p:nvSpPr>
        <p:spPr>
          <a:xfrm>
            <a:off x="2117814"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55" name="Text Placeholder 31"/>
          <p:cNvSpPr>
            <a:spLocks noGrp="1"/>
          </p:cNvSpPr>
          <p:nvPr>
            <p:ph type="body" sz="quarter" idx="14" hasCustomPrompt="1"/>
          </p:nvPr>
        </p:nvSpPr>
        <p:spPr>
          <a:xfrm>
            <a:off x="5513832"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56" name="Text Placeholder 33"/>
          <p:cNvSpPr>
            <a:spLocks noGrp="1"/>
          </p:cNvSpPr>
          <p:nvPr>
            <p:ph type="body" sz="quarter" idx="15" hasCustomPrompt="1"/>
          </p:nvPr>
        </p:nvSpPr>
        <p:spPr>
          <a:xfrm>
            <a:off x="2117814" y="1837094"/>
            <a:ext cx="3154680" cy="612648"/>
          </a:xfrm>
        </p:spPr>
        <p:txBody>
          <a:bodyPr anchor="ctr">
            <a:normAutofit/>
          </a:bodyPr>
          <a:lstStyle>
            <a:lvl1pPr marL="0" indent="0" algn="ctr">
              <a:buNone/>
              <a:defRPr sz="1600"/>
            </a:lvl1pPr>
          </a:lstStyle>
          <a:p>
            <a:pPr lvl="0"/>
            <a:r>
              <a:rPr lang="en-US" dirty="0"/>
              <a:t>Enter row information</a:t>
            </a:r>
          </a:p>
        </p:txBody>
      </p:sp>
      <p:sp>
        <p:nvSpPr>
          <p:cNvPr id="57" name="Text Placeholder 33"/>
          <p:cNvSpPr>
            <a:spLocks noGrp="1"/>
          </p:cNvSpPr>
          <p:nvPr>
            <p:ph type="body" sz="quarter" idx="16" hasCustomPrompt="1"/>
          </p:nvPr>
        </p:nvSpPr>
        <p:spPr>
          <a:xfrm>
            <a:off x="2117814" y="2462076"/>
            <a:ext cx="3154680" cy="612648"/>
          </a:xfrm>
        </p:spPr>
        <p:txBody>
          <a:bodyPr anchor="ctr">
            <a:normAutofit/>
          </a:bodyPr>
          <a:lstStyle>
            <a:lvl1pPr marL="0" indent="0" algn="ctr">
              <a:buNone/>
              <a:defRPr sz="1600"/>
            </a:lvl1pPr>
          </a:lstStyle>
          <a:p>
            <a:pPr lvl="0"/>
            <a:r>
              <a:rPr lang="en-US" dirty="0"/>
              <a:t>Enter row information</a:t>
            </a:r>
          </a:p>
        </p:txBody>
      </p:sp>
      <p:sp>
        <p:nvSpPr>
          <p:cNvPr id="58" name="Text Placeholder 33"/>
          <p:cNvSpPr>
            <a:spLocks noGrp="1"/>
          </p:cNvSpPr>
          <p:nvPr>
            <p:ph type="body" sz="quarter" idx="17" hasCustomPrompt="1"/>
          </p:nvPr>
        </p:nvSpPr>
        <p:spPr>
          <a:xfrm>
            <a:off x="2117814" y="3087058"/>
            <a:ext cx="3154680" cy="612648"/>
          </a:xfrm>
        </p:spPr>
        <p:txBody>
          <a:bodyPr anchor="ctr">
            <a:normAutofit/>
          </a:bodyPr>
          <a:lstStyle>
            <a:lvl1pPr marL="0" indent="0" algn="ctr">
              <a:buNone/>
              <a:defRPr sz="1600"/>
            </a:lvl1pPr>
          </a:lstStyle>
          <a:p>
            <a:pPr lvl="0"/>
            <a:r>
              <a:rPr lang="en-US" dirty="0"/>
              <a:t>Enter row information</a:t>
            </a:r>
          </a:p>
        </p:txBody>
      </p:sp>
      <p:sp>
        <p:nvSpPr>
          <p:cNvPr id="59" name="Text Placeholder 33"/>
          <p:cNvSpPr>
            <a:spLocks noGrp="1"/>
          </p:cNvSpPr>
          <p:nvPr>
            <p:ph type="body" sz="quarter" idx="18" hasCustomPrompt="1"/>
          </p:nvPr>
        </p:nvSpPr>
        <p:spPr>
          <a:xfrm>
            <a:off x="5513832" y="1837094"/>
            <a:ext cx="3154680" cy="612648"/>
          </a:xfrm>
        </p:spPr>
        <p:txBody>
          <a:bodyPr anchor="ctr">
            <a:normAutofit/>
          </a:bodyPr>
          <a:lstStyle>
            <a:lvl1pPr marL="0" indent="0" algn="ctr">
              <a:buNone/>
              <a:defRPr sz="1600"/>
            </a:lvl1pPr>
          </a:lstStyle>
          <a:p>
            <a:pPr lvl="0"/>
            <a:r>
              <a:rPr lang="en-US" dirty="0"/>
              <a:t>Enter row information</a:t>
            </a:r>
          </a:p>
        </p:txBody>
      </p:sp>
      <p:sp>
        <p:nvSpPr>
          <p:cNvPr id="60" name="Text Placeholder 33"/>
          <p:cNvSpPr>
            <a:spLocks noGrp="1"/>
          </p:cNvSpPr>
          <p:nvPr>
            <p:ph type="body" sz="quarter" idx="19" hasCustomPrompt="1"/>
          </p:nvPr>
        </p:nvSpPr>
        <p:spPr>
          <a:xfrm>
            <a:off x="5513832" y="2462076"/>
            <a:ext cx="3154680" cy="612648"/>
          </a:xfrm>
        </p:spPr>
        <p:txBody>
          <a:bodyPr anchor="ctr">
            <a:normAutofit/>
          </a:bodyPr>
          <a:lstStyle>
            <a:lvl1pPr marL="0" indent="0" algn="ctr">
              <a:buNone/>
              <a:defRPr sz="1600"/>
            </a:lvl1pPr>
          </a:lstStyle>
          <a:p>
            <a:pPr lvl="0"/>
            <a:r>
              <a:rPr lang="en-US" dirty="0"/>
              <a:t>Enter row information</a:t>
            </a:r>
          </a:p>
        </p:txBody>
      </p:sp>
      <p:sp>
        <p:nvSpPr>
          <p:cNvPr id="61" name="Text Placeholder 33"/>
          <p:cNvSpPr>
            <a:spLocks noGrp="1"/>
          </p:cNvSpPr>
          <p:nvPr>
            <p:ph type="body" sz="quarter" idx="20" hasCustomPrompt="1"/>
          </p:nvPr>
        </p:nvSpPr>
        <p:spPr>
          <a:xfrm>
            <a:off x="5513832" y="3087058"/>
            <a:ext cx="3154680" cy="612648"/>
          </a:xfrm>
        </p:spPr>
        <p:txBody>
          <a:bodyPr anchor="ctr">
            <a:normAutofit/>
          </a:bodyPr>
          <a:lstStyle>
            <a:lvl1pPr marL="0" indent="0" algn="ctr">
              <a:buNone/>
              <a:defRPr sz="1600"/>
            </a:lvl1pPr>
          </a:lstStyle>
          <a:p>
            <a:pPr lvl="0"/>
            <a:r>
              <a:rPr lang="en-US" dirty="0"/>
              <a:t>Enter row information</a:t>
            </a:r>
          </a:p>
        </p:txBody>
      </p:sp>
      <p:sp>
        <p:nvSpPr>
          <p:cNvPr id="65" name="Text Placeholder 33"/>
          <p:cNvSpPr>
            <a:spLocks noGrp="1"/>
          </p:cNvSpPr>
          <p:nvPr>
            <p:ph type="body" sz="quarter" idx="21" hasCustomPrompt="1"/>
          </p:nvPr>
        </p:nvSpPr>
        <p:spPr>
          <a:xfrm>
            <a:off x="2117814" y="3712040"/>
            <a:ext cx="3154680" cy="612648"/>
          </a:xfrm>
        </p:spPr>
        <p:txBody>
          <a:bodyPr anchor="ctr">
            <a:normAutofit/>
          </a:bodyPr>
          <a:lstStyle>
            <a:lvl1pPr marL="0" indent="0" algn="ctr">
              <a:buNone/>
              <a:defRPr sz="1600"/>
            </a:lvl1pPr>
          </a:lstStyle>
          <a:p>
            <a:pPr lvl="0"/>
            <a:r>
              <a:rPr lang="en-US" dirty="0"/>
              <a:t>Enter row information</a:t>
            </a:r>
          </a:p>
        </p:txBody>
      </p:sp>
      <p:sp>
        <p:nvSpPr>
          <p:cNvPr id="67" name="Text Placeholder 33"/>
          <p:cNvSpPr>
            <a:spLocks noGrp="1"/>
          </p:cNvSpPr>
          <p:nvPr>
            <p:ph type="body" sz="quarter" idx="22" hasCustomPrompt="1"/>
          </p:nvPr>
        </p:nvSpPr>
        <p:spPr>
          <a:xfrm>
            <a:off x="5513832" y="3712040"/>
            <a:ext cx="3154680" cy="612648"/>
          </a:xfrm>
        </p:spPr>
        <p:txBody>
          <a:bodyPr anchor="ctr">
            <a:normAutofit/>
          </a:bodyPr>
          <a:lstStyle>
            <a:lvl1pPr marL="0" indent="0" algn="ctr">
              <a:buNone/>
              <a:defRPr sz="1600"/>
            </a:lvl1pPr>
          </a:lstStyle>
          <a:p>
            <a:pPr lvl="0"/>
            <a:r>
              <a:rPr lang="en-US" dirty="0"/>
              <a:t>Enter row information</a:t>
            </a:r>
          </a:p>
        </p:txBody>
      </p:sp>
      <p:sp>
        <p:nvSpPr>
          <p:cNvPr id="69" name="Text Placeholder 31"/>
          <p:cNvSpPr>
            <a:spLocks noGrp="1"/>
          </p:cNvSpPr>
          <p:nvPr>
            <p:ph type="body" sz="quarter" idx="23" hasCustomPrompt="1"/>
          </p:nvPr>
        </p:nvSpPr>
        <p:spPr>
          <a:xfrm>
            <a:off x="8915400" y="1161905"/>
            <a:ext cx="3154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70" name="Text Placeholder 33"/>
          <p:cNvSpPr>
            <a:spLocks noGrp="1"/>
          </p:cNvSpPr>
          <p:nvPr>
            <p:ph type="body" sz="quarter" idx="24" hasCustomPrompt="1"/>
          </p:nvPr>
        </p:nvSpPr>
        <p:spPr>
          <a:xfrm>
            <a:off x="8915400" y="1837094"/>
            <a:ext cx="3154680" cy="612648"/>
          </a:xfrm>
        </p:spPr>
        <p:txBody>
          <a:bodyPr anchor="ctr">
            <a:normAutofit/>
          </a:bodyPr>
          <a:lstStyle>
            <a:lvl1pPr marL="0" indent="0" algn="ctr">
              <a:buNone/>
              <a:defRPr sz="1600"/>
            </a:lvl1pPr>
          </a:lstStyle>
          <a:p>
            <a:pPr lvl="0"/>
            <a:r>
              <a:rPr lang="en-US" dirty="0"/>
              <a:t>Enter row information</a:t>
            </a:r>
          </a:p>
        </p:txBody>
      </p:sp>
      <p:sp>
        <p:nvSpPr>
          <p:cNvPr id="74" name="Text Placeholder 33"/>
          <p:cNvSpPr>
            <a:spLocks noGrp="1"/>
          </p:cNvSpPr>
          <p:nvPr>
            <p:ph type="body" sz="quarter" idx="25" hasCustomPrompt="1"/>
          </p:nvPr>
        </p:nvSpPr>
        <p:spPr>
          <a:xfrm>
            <a:off x="8915400" y="2462076"/>
            <a:ext cx="3154680" cy="612648"/>
          </a:xfrm>
        </p:spPr>
        <p:txBody>
          <a:bodyPr anchor="ctr">
            <a:normAutofit/>
          </a:bodyPr>
          <a:lstStyle>
            <a:lvl1pPr marL="0" indent="0" algn="ctr">
              <a:buNone/>
              <a:defRPr sz="1600"/>
            </a:lvl1pPr>
          </a:lstStyle>
          <a:p>
            <a:pPr lvl="0"/>
            <a:r>
              <a:rPr lang="en-US" dirty="0"/>
              <a:t>Enter row information</a:t>
            </a:r>
          </a:p>
        </p:txBody>
      </p:sp>
      <p:sp>
        <p:nvSpPr>
          <p:cNvPr id="76" name="Text Placeholder 33"/>
          <p:cNvSpPr>
            <a:spLocks noGrp="1"/>
          </p:cNvSpPr>
          <p:nvPr>
            <p:ph type="body" sz="quarter" idx="26" hasCustomPrompt="1"/>
          </p:nvPr>
        </p:nvSpPr>
        <p:spPr>
          <a:xfrm>
            <a:off x="8915400" y="3087058"/>
            <a:ext cx="3154680" cy="612648"/>
          </a:xfrm>
        </p:spPr>
        <p:txBody>
          <a:bodyPr anchor="ctr">
            <a:normAutofit/>
          </a:bodyPr>
          <a:lstStyle>
            <a:lvl1pPr marL="0" indent="0" algn="ctr">
              <a:buNone/>
              <a:defRPr sz="1600"/>
            </a:lvl1pPr>
          </a:lstStyle>
          <a:p>
            <a:pPr lvl="0"/>
            <a:r>
              <a:rPr lang="en-US" dirty="0"/>
              <a:t>Enter row information</a:t>
            </a:r>
          </a:p>
        </p:txBody>
      </p:sp>
      <p:sp>
        <p:nvSpPr>
          <p:cNvPr id="77" name="Text Placeholder 33"/>
          <p:cNvSpPr>
            <a:spLocks noGrp="1"/>
          </p:cNvSpPr>
          <p:nvPr>
            <p:ph type="body" sz="quarter" idx="27" hasCustomPrompt="1"/>
          </p:nvPr>
        </p:nvSpPr>
        <p:spPr>
          <a:xfrm>
            <a:off x="8915400" y="3712040"/>
            <a:ext cx="3154680" cy="612648"/>
          </a:xfrm>
        </p:spPr>
        <p:txBody>
          <a:bodyPr anchor="ctr">
            <a:normAutofit/>
          </a:bodyPr>
          <a:lstStyle>
            <a:lvl1pPr marL="0" indent="0" algn="ctr">
              <a:buNone/>
              <a:defRPr sz="1600"/>
            </a:lvl1pPr>
          </a:lstStyle>
          <a:p>
            <a:pPr lvl="0"/>
            <a:r>
              <a:rPr lang="en-US" dirty="0"/>
              <a:t>Enter row information</a:t>
            </a:r>
          </a:p>
        </p:txBody>
      </p:sp>
      <p:sp>
        <p:nvSpPr>
          <p:cNvPr id="79" name="Text Placeholder 33"/>
          <p:cNvSpPr>
            <a:spLocks noGrp="1"/>
          </p:cNvSpPr>
          <p:nvPr>
            <p:ph type="body" sz="quarter" idx="36" hasCustomPrompt="1"/>
          </p:nvPr>
        </p:nvSpPr>
        <p:spPr>
          <a:xfrm>
            <a:off x="2117814" y="4337022"/>
            <a:ext cx="3154680" cy="612648"/>
          </a:xfrm>
        </p:spPr>
        <p:txBody>
          <a:bodyPr anchor="ctr">
            <a:normAutofit/>
          </a:bodyPr>
          <a:lstStyle>
            <a:lvl1pPr marL="0" indent="0" algn="ctr">
              <a:buNone/>
              <a:defRPr sz="1600"/>
            </a:lvl1pPr>
          </a:lstStyle>
          <a:p>
            <a:pPr lvl="0"/>
            <a:r>
              <a:rPr lang="en-US" dirty="0"/>
              <a:t>Enter row information</a:t>
            </a:r>
          </a:p>
        </p:txBody>
      </p:sp>
      <p:sp>
        <p:nvSpPr>
          <p:cNvPr id="80" name="Text Placeholder 33"/>
          <p:cNvSpPr>
            <a:spLocks noGrp="1"/>
          </p:cNvSpPr>
          <p:nvPr>
            <p:ph type="body" sz="quarter" idx="37" hasCustomPrompt="1"/>
          </p:nvPr>
        </p:nvSpPr>
        <p:spPr>
          <a:xfrm>
            <a:off x="5513832" y="4337022"/>
            <a:ext cx="3154680" cy="612648"/>
          </a:xfrm>
        </p:spPr>
        <p:txBody>
          <a:bodyPr anchor="ctr">
            <a:normAutofit/>
          </a:bodyPr>
          <a:lstStyle>
            <a:lvl1pPr marL="0" indent="0" algn="ctr">
              <a:buNone/>
              <a:defRPr sz="1600"/>
            </a:lvl1pPr>
          </a:lstStyle>
          <a:p>
            <a:pPr lvl="0"/>
            <a:r>
              <a:rPr lang="en-US" dirty="0"/>
              <a:t>Enter row information</a:t>
            </a:r>
          </a:p>
        </p:txBody>
      </p:sp>
      <p:sp>
        <p:nvSpPr>
          <p:cNvPr id="81" name="Text Placeholder 33"/>
          <p:cNvSpPr>
            <a:spLocks noGrp="1"/>
          </p:cNvSpPr>
          <p:nvPr>
            <p:ph type="body" sz="quarter" idx="38" hasCustomPrompt="1"/>
          </p:nvPr>
        </p:nvSpPr>
        <p:spPr>
          <a:xfrm>
            <a:off x="8915400" y="4337022"/>
            <a:ext cx="3154680" cy="612648"/>
          </a:xfr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pPr lvl="0"/>
            <a:r>
              <a:rPr lang="en-US" dirty="0"/>
              <a:t>Enter row information</a:t>
            </a:r>
          </a:p>
        </p:txBody>
      </p:sp>
      <p:sp>
        <p:nvSpPr>
          <p:cNvPr id="82" name="Text Placeholder 33"/>
          <p:cNvSpPr>
            <a:spLocks noGrp="1"/>
          </p:cNvSpPr>
          <p:nvPr>
            <p:ph type="body" sz="quarter" idx="40" hasCustomPrompt="1"/>
          </p:nvPr>
        </p:nvSpPr>
        <p:spPr>
          <a:xfrm>
            <a:off x="2117814" y="4962004"/>
            <a:ext cx="3154680" cy="612648"/>
          </a:xfrm>
        </p:spPr>
        <p:txBody>
          <a:bodyPr anchor="ctr">
            <a:normAutofit/>
          </a:bodyPr>
          <a:lstStyle>
            <a:lvl1pPr marL="0" indent="0" algn="ctr">
              <a:buNone/>
              <a:defRPr sz="1600"/>
            </a:lvl1pPr>
          </a:lstStyle>
          <a:p>
            <a:pPr lvl="0"/>
            <a:r>
              <a:rPr lang="en-US" dirty="0"/>
              <a:t>Enter row information</a:t>
            </a:r>
          </a:p>
        </p:txBody>
      </p:sp>
      <p:sp>
        <p:nvSpPr>
          <p:cNvPr id="83" name="Text Placeholder 33"/>
          <p:cNvSpPr>
            <a:spLocks noGrp="1"/>
          </p:cNvSpPr>
          <p:nvPr>
            <p:ph type="body" sz="quarter" idx="41" hasCustomPrompt="1"/>
          </p:nvPr>
        </p:nvSpPr>
        <p:spPr>
          <a:xfrm>
            <a:off x="5513832" y="4962004"/>
            <a:ext cx="3154680" cy="612648"/>
          </a:xfrm>
        </p:spPr>
        <p:txBody>
          <a:bodyPr anchor="ctr">
            <a:normAutofit/>
          </a:bodyPr>
          <a:lstStyle>
            <a:lvl1pPr marL="0" indent="0" algn="ctr">
              <a:buNone/>
              <a:defRPr sz="1600"/>
            </a:lvl1pPr>
          </a:lstStyle>
          <a:p>
            <a:pPr lvl="0"/>
            <a:r>
              <a:rPr lang="en-US" dirty="0"/>
              <a:t>Enter row information</a:t>
            </a:r>
          </a:p>
        </p:txBody>
      </p:sp>
      <p:sp>
        <p:nvSpPr>
          <p:cNvPr id="84" name="Text Placeholder 33"/>
          <p:cNvSpPr>
            <a:spLocks noGrp="1"/>
          </p:cNvSpPr>
          <p:nvPr>
            <p:ph type="body" sz="quarter" idx="42" hasCustomPrompt="1"/>
          </p:nvPr>
        </p:nvSpPr>
        <p:spPr>
          <a:xfrm>
            <a:off x="8915400" y="4962004"/>
            <a:ext cx="3154680" cy="612648"/>
          </a:xfrm>
        </p:spPr>
        <p:txBody>
          <a:bodyPr anchor="ctr">
            <a:normAutofit/>
          </a:bodyPr>
          <a:lstStyle>
            <a:lvl1pPr marL="0" indent="0" algn="ctr">
              <a:buNone/>
              <a:defRPr sz="1600"/>
            </a:lvl1pPr>
          </a:lstStyle>
          <a:p>
            <a:pPr lvl="0"/>
            <a:r>
              <a:rPr lang="en-US" dirty="0"/>
              <a:t>Enter row information</a:t>
            </a:r>
          </a:p>
        </p:txBody>
      </p:sp>
      <p:sp>
        <p:nvSpPr>
          <p:cNvPr id="85" name="Text Placeholder 33"/>
          <p:cNvSpPr>
            <a:spLocks noGrp="1"/>
          </p:cNvSpPr>
          <p:nvPr>
            <p:ph type="body" sz="quarter" idx="44" hasCustomPrompt="1"/>
          </p:nvPr>
        </p:nvSpPr>
        <p:spPr>
          <a:xfrm>
            <a:off x="2117814" y="5586984"/>
            <a:ext cx="3154680" cy="731520"/>
          </a:xfrm>
        </p:spPr>
        <p:txBody>
          <a:bodyPr anchor="ctr">
            <a:normAutofit/>
          </a:bodyPr>
          <a:lstStyle>
            <a:lvl1pPr marL="0" indent="0" algn="ctr">
              <a:buNone/>
              <a:defRPr sz="1600"/>
            </a:lvl1pPr>
          </a:lstStyle>
          <a:p>
            <a:pPr lvl="0"/>
            <a:r>
              <a:rPr lang="en-US" dirty="0"/>
              <a:t>Enter row information</a:t>
            </a:r>
          </a:p>
        </p:txBody>
      </p:sp>
      <p:sp>
        <p:nvSpPr>
          <p:cNvPr id="86" name="Text Placeholder 33"/>
          <p:cNvSpPr>
            <a:spLocks noGrp="1"/>
          </p:cNvSpPr>
          <p:nvPr>
            <p:ph type="body" sz="quarter" idx="45" hasCustomPrompt="1"/>
          </p:nvPr>
        </p:nvSpPr>
        <p:spPr>
          <a:xfrm>
            <a:off x="5513832" y="5586984"/>
            <a:ext cx="3154680" cy="731520"/>
          </a:xfrm>
        </p:spPr>
        <p:txBody>
          <a:bodyPr anchor="ctr">
            <a:normAutofit/>
          </a:bodyPr>
          <a:lstStyle>
            <a:lvl1pPr marL="0" indent="0" algn="ctr">
              <a:buNone/>
              <a:defRPr sz="1600"/>
            </a:lvl1pPr>
          </a:lstStyle>
          <a:p>
            <a:pPr lvl="0"/>
            <a:r>
              <a:rPr lang="en-US" dirty="0"/>
              <a:t>Enter row information</a:t>
            </a:r>
          </a:p>
        </p:txBody>
      </p:sp>
      <p:sp>
        <p:nvSpPr>
          <p:cNvPr id="87" name="Text Placeholder 33"/>
          <p:cNvSpPr>
            <a:spLocks noGrp="1"/>
          </p:cNvSpPr>
          <p:nvPr>
            <p:ph type="body" sz="quarter" idx="46" hasCustomPrompt="1"/>
          </p:nvPr>
        </p:nvSpPr>
        <p:spPr>
          <a:xfrm>
            <a:off x="8915400" y="5586984"/>
            <a:ext cx="3154680" cy="731520"/>
          </a:xfrm>
        </p:spPr>
        <p:txBody>
          <a:bodyPr anchor="ctr">
            <a:normAutofit/>
          </a:bodyPr>
          <a:lstStyle>
            <a:lvl1pPr marL="0" indent="0" algn="ctr">
              <a:buNone/>
              <a:defRPr sz="1600"/>
            </a:lvl1pPr>
          </a:lstStyle>
          <a:p>
            <a:pPr lvl="0"/>
            <a:r>
              <a:rPr lang="en-US" dirty="0"/>
              <a:t>Enter row information</a:t>
            </a:r>
          </a:p>
        </p:txBody>
      </p:sp>
      <p:cxnSp>
        <p:nvCxnSpPr>
          <p:cNvPr id="15" name="Straight Connector 14"/>
          <p:cNvCxnSpPr/>
          <p:nvPr userDrawn="1"/>
        </p:nvCxnSpPr>
        <p:spPr>
          <a:xfrm>
            <a:off x="-1816" y="2449742"/>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076888"/>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3700931"/>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324974"/>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49490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1816" y="557306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userDrawn="1"/>
        </p:nvCxnSpPr>
        <p:spPr>
          <a:xfrm>
            <a:off x="-1816" y="6318504"/>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82305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6">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5">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7">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6">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9">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0">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5">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2">
                                            <p:txEl>
                                              <p:pRg st="0" end="0"/>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3">
                                            <p:txEl>
                                              <p:pRg st="0" end="0"/>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xEl>
                                              <p:pRg st="0" end="0"/>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5">
                                            <p:txEl>
                                              <p:pRg st="0" end="0"/>
                                            </p:tx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6">
                                            <p:txEl>
                                              <p:pRg st="0" end="0"/>
                                            </p:tx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71" grpId="0" animBg="1"/>
      <p:bldP spid="62" grpId="0" animBg="1"/>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75" grpId="0" build="p">
        <p:tmplLst>
          <p:tmpl lvl="1">
            <p:tnLst>
              <p:par>
                <p:cTn presetID="1"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childTnLst>
                </p:cTn>
              </p:par>
            </p:tnLst>
          </p:tmpl>
        </p:tmplLst>
      </p:bldP>
      <p:bldP spid="40" grpId="0" animBg="1"/>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57" grpId="0" build="p">
        <p:tmplLst>
          <p:tmpl lvl="1">
            <p:tnLst>
              <p:par>
                <p:cTn presetID="1" presetClass="entr" presetSubtype="0" fill="hold" nodeType="withEffect">
                  <p:stCondLst>
                    <p:cond delay="0"/>
                  </p:stCondLst>
                  <p:childTnLst>
                    <p:set>
                      <p:cBhvr>
                        <p:cTn dur="1" fill="hold">
                          <p:stCondLst>
                            <p:cond delay="0"/>
                          </p:stCondLst>
                        </p:cTn>
                        <p:tgtEl>
                          <p:spTgt spid="57"/>
                        </p:tgtEl>
                        <p:attrNameLst>
                          <p:attrName>style.visibility</p:attrName>
                        </p:attrNameLst>
                      </p:cBhvr>
                      <p:to>
                        <p:strVal val="visible"/>
                      </p:to>
                    </p:set>
                  </p:childTnLst>
                </p:cTn>
              </p:par>
            </p:tnLst>
          </p:tmpl>
        </p:tmplLst>
      </p:bldP>
      <p:bldP spid="58" grpId="0" build="p">
        <p:tmplLst>
          <p:tmpl lvl="1">
            <p:tnLst>
              <p:par>
                <p:cTn presetID="1" presetClass="entr" presetSubtype="0" fill="hold" nodeType="withEffect">
                  <p:stCondLst>
                    <p:cond delay="0"/>
                  </p:stCondLst>
                  <p:childTnLst>
                    <p:set>
                      <p:cBhvr>
                        <p:cTn dur="1" fill="hold">
                          <p:stCondLst>
                            <p:cond delay="0"/>
                          </p:stCondLst>
                        </p:cTn>
                        <p:tgtEl>
                          <p:spTgt spid="58"/>
                        </p:tgtEl>
                        <p:attrNameLst>
                          <p:attrName>style.visibility</p:attrName>
                        </p:attrNameLst>
                      </p:cBhvr>
                      <p:to>
                        <p:strVal val="visible"/>
                      </p:to>
                    </p:set>
                  </p:childTnLst>
                </p:cTn>
              </p:par>
            </p:tnLst>
          </p:tmpl>
        </p:tmplLst>
      </p:bldP>
      <p:bldP spid="60" grpId="0" build="p">
        <p:tmplLst>
          <p:tmpl lvl="1">
            <p:tnLst>
              <p:par>
                <p:cTn presetID="1" presetClass="entr" presetSubtype="0" fill="hold" nodeType="withEffect">
                  <p:stCondLst>
                    <p:cond delay="0"/>
                  </p:stCondLst>
                  <p:childTnLst>
                    <p:set>
                      <p:cBhvr>
                        <p:cTn dur="1" fill="hold">
                          <p:stCondLst>
                            <p:cond delay="0"/>
                          </p:stCondLst>
                        </p:cTn>
                        <p:tgtEl>
                          <p:spTgt spid="60"/>
                        </p:tgtEl>
                        <p:attrNameLst>
                          <p:attrName>style.visibility</p:attrName>
                        </p:attrNameLst>
                      </p:cBhvr>
                      <p:to>
                        <p:strVal val="visible"/>
                      </p:to>
                    </p:set>
                  </p:childTnLst>
                </p:cTn>
              </p:par>
            </p:tnLst>
          </p:tmpl>
        </p:tmplLst>
      </p:bldP>
      <p:bldP spid="61" grpId="0" build="p">
        <p:tmplLst>
          <p:tmpl lvl="1">
            <p:tnLst>
              <p:par>
                <p:cTn presetID="1" presetClass="entr" presetSubtype="0" fill="hold" nodeType="withEffect">
                  <p:stCondLst>
                    <p:cond delay="0"/>
                  </p:stCondLst>
                  <p:childTnLst>
                    <p:set>
                      <p:cBhvr>
                        <p:cTn dur="1" fill="hold">
                          <p:stCondLst>
                            <p:cond delay="0"/>
                          </p:stCondLst>
                        </p:cTn>
                        <p:tgtEl>
                          <p:spTgt spid="61"/>
                        </p:tgtEl>
                        <p:attrNameLst>
                          <p:attrName>style.visibility</p:attrName>
                        </p:attrNameLst>
                      </p:cBhvr>
                      <p:to>
                        <p:strVal val="visible"/>
                      </p:to>
                    </p:set>
                  </p:childTnLst>
                </p:cTn>
              </p:par>
            </p:tnLst>
          </p:tmpl>
        </p:tmplLst>
      </p:bldP>
      <p:bldP spid="65" grpId="0" build="p">
        <p:tmplLst>
          <p:tmpl lvl="1">
            <p:tnLst>
              <p:par>
                <p:cTn presetID="1"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childTnLst>
                </p:cTn>
              </p:par>
            </p:tnLst>
          </p:tmpl>
        </p:tmplLst>
      </p:bldP>
      <p:bldP spid="67" grpId="0" build="p">
        <p:tmplLst>
          <p:tmpl lvl="1">
            <p:tnLst>
              <p:par>
                <p:cTn presetID="1" presetClass="entr" presetSubtype="0" fill="hold" nodeType="withEffect">
                  <p:stCondLst>
                    <p:cond delay="0"/>
                  </p:stCondLst>
                  <p:childTnLst>
                    <p:set>
                      <p:cBhvr>
                        <p:cTn dur="1" fill="hold">
                          <p:stCondLst>
                            <p:cond delay="0"/>
                          </p:stCondLst>
                        </p:cTn>
                        <p:tgtEl>
                          <p:spTgt spid="67"/>
                        </p:tgtEl>
                        <p:attrNameLst>
                          <p:attrName>style.visibility</p:attrName>
                        </p:attrNameLst>
                      </p:cBhvr>
                      <p:to>
                        <p:strVal val="visible"/>
                      </p:to>
                    </p:set>
                  </p:childTnLst>
                </p:cTn>
              </p:par>
            </p:tnLst>
          </p:tmpl>
        </p:tmplLst>
      </p:bldP>
      <p:bldP spid="74" grpId="0" build="p">
        <p:tmplLst>
          <p:tmpl lvl="1">
            <p:tnLst>
              <p:par>
                <p:cTn presetID="1" presetClass="entr" presetSubtype="0" fill="hold" nodeType="withEffect">
                  <p:stCondLst>
                    <p:cond delay="0"/>
                  </p:stCondLst>
                  <p:childTnLst>
                    <p:set>
                      <p:cBhvr>
                        <p:cTn dur="1" fill="hold">
                          <p:stCondLst>
                            <p:cond delay="0"/>
                          </p:stCondLst>
                        </p:cTn>
                        <p:tgtEl>
                          <p:spTgt spid="74"/>
                        </p:tgtEl>
                        <p:attrNameLst>
                          <p:attrName>style.visibility</p:attrName>
                        </p:attrNameLst>
                      </p:cBhvr>
                      <p:to>
                        <p:strVal val="visible"/>
                      </p:to>
                    </p:set>
                  </p:childTnLst>
                </p:cTn>
              </p:par>
            </p:tnLst>
          </p:tmpl>
        </p:tmplLst>
      </p:bldP>
      <p:bldP spid="76" grpId="0" build="p">
        <p:tmplLst>
          <p:tmpl lvl="1">
            <p:tnLst>
              <p:par>
                <p:cTn presetID="1" presetClass="entr" presetSubtype="0" fill="hold" nodeType="withEffect">
                  <p:stCondLst>
                    <p:cond delay="0"/>
                  </p:stCondLst>
                  <p:childTnLst>
                    <p:set>
                      <p:cBhvr>
                        <p:cTn dur="1" fill="hold">
                          <p:stCondLst>
                            <p:cond delay="0"/>
                          </p:stCondLst>
                        </p:cTn>
                        <p:tgtEl>
                          <p:spTgt spid="76"/>
                        </p:tgtEl>
                        <p:attrNameLst>
                          <p:attrName>style.visibility</p:attrName>
                        </p:attrNameLst>
                      </p:cBhvr>
                      <p:to>
                        <p:strVal val="visible"/>
                      </p:to>
                    </p:set>
                  </p:childTnLst>
                </p:cTn>
              </p:par>
            </p:tnLst>
          </p:tmpl>
        </p:tmplLst>
      </p:bldP>
      <p:bldP spid="77" grpId="0" build="p">
        <p:tmplLst>
          <p:tmpl lvl="1">
            <p:tnLst>
              <p:par>
                <p:cTn presetID="1" presetClass="entr" presetSubtype="0" fill="hold" nodeType="withEffect">
                  <p:stCondLst>
                    <p:cond delay="0"/>
                  </p:stCondLst>
                  <p:childTnLst>
                    <p:set>
                      <p:cBhvr>
                        <p:cTn dur="1" fill="hold">
                          <p:stCondLst>
                            <p:cond delay="0"/>
                          </p:stCondLst>
                        </p:cTn>
                        <p:tgtEl>
                          <p:spTgt spid="77"/>
                        </p:tgtEl>
                        <p:attrNameLst>
                          <p:attrName>style.visibility</p:attrName>
                        </p:attrNameLst>
                      </p:cBhvr>
                      <p:to>
                        <p:strVal val="visible"/>
                      </p:to>
                    </p:set>
                  </p:childTnLst>
                </p:cTn>
              </p:par>
            </p:tnLst>
          </p:tmpl>
        </p:tmplLst>
      </p:bldP>
      <p:bldP spid="79" grpId="0" build="p">
        <p:tmplLst>
          <p:tmpl lvl="1">
            <p:tnLst>
              <p:par>
                <p:cTn presetID="1" presetClass="entr" presetSubtype="0" fill="hold" nodeType="withEffect">
                  <p:stCondLst>
                    <p:cond delay="0"/>
                  </p:stCondLst>
                  <p:childTnLst>
                    <p:set>
                      <p:cBhvr>
                        <p:cTn dur="1" fill="hold">
                          <p:stCondLst>
                            <p:cond delay="0"/>
                          </p:stCondLst>
                        </p:cTn>
                        <p:tgtEl>
                          <p:spTgt spid="79"/>
                        </p:tgtEl>
                        <p:attrNameLst>
                          <p:attrName>style.visibility</p:attrName>
                        </p:attrNameLst>
                      </p:cBhvr>
                      <p:to>
                        <p:strVal val="visible"/>
                      </p:to>
                    </p:set>
                  </p:childTnLst>
                </p:cTn>
              </p:par>
            </p:tnLst>
          </p:tmpl>
        </p:tmplLst>
      </p:bldP>
      <p:bldP spid="80" grpId="0" build="p">
        <p:tmplLst>
          <p:tmpl lvl="1">
            <p:tnLst>
              <p:par>
                <p:cTn presetID="1" presetClass="entr" presetSubtype="0" fill="hold" nodeType="withEffect">
                  <p:stCondLst>
                    <p:cond delay="0"/>
                  </p:stCondLst>
                  <p:childTnLst>
                    <p:set>
                      <p:cBhvr>
                        <p:cTn dur="1" fill="hold">
                          <p:stCondLst>
                            <p:cond delay="0"/>
                          </p:stCondLst>
                        </p:cTn>
                        <p:tgtEl>
                          <p:spTgt spid="80"/>
                        </p:tgtEl>
                        <p:attrNameLst>
                          <p:attrName>style.visibility</p:attrName>
                        </p:attrNameLst>
                      </p:cBhvr>
                      <p:to>
                        <p:strVal val="visible"/>
                      </p:to>
                    </p:set>
                  </p:childTnLst>
                </p:cTn>
              </p:par>
            </p:tnLst>
          </p:tmpl>
        </p:tmplLst>
      </p:bldP>
      <p:bldP spid="81" grpId="0" build="p">
        <p:tmplLst>
          <p:tmpl lvl="1">
            <p:tnLst>
              <p:par>
                <p:cTn presetID="1"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childTnLst>
                </p:cTn>
              </p:par>
            </p:tnLst>
          </p:tmpl>
        </p:tmplLst>
      </p:bldP>
      <p:bldP spid="82" grpId="0" build="p">
        <p:tmplLst>
          <p:tmpl lvl="1">
            <p:tnLst>
              <p:par>
                <p:cTn presetID="1" presetClass="entr" presetSubtype="0" fill="hold" nodeType="withEffect">
                  <p:stCondLst>
                    <p:cond delay="0"/>
                  </p:stCondLst>
                  <p:childTnLst>
                    <p:set>
                      <p:cBhvr>
                        <p:cTn dur="1" fill="hold">
                          <p:stCondLst>
                            <p:cond delay="0"/>
                          </p:stCondLst>
                        </p:cTn>
                        <p:tgtEl>
                          <p:spTgt spid="82"/>
                        </p:tgtEl>
                        <p:attrNameLst>
                          <p:attrName>style.visibility</p:attrName>
                        </p:attrNameLst>
                      </p:cBhvr>
                      <p:to>
                        <p:strVal val="visible"/>
                      </p:to>
                    </p:set>
                  </p:childTnLst>
                </p:cTn>
              </p:par>
            </p:tnLst>
          </p:tmpl>
        </p:tmplLst>
      </p:bldP>
      <p:bldP spid="83" grpId="0" build="p">
        <p:tmplLst>
          <p:tmpl lvl="1">
            <p:tnLst>
              <p:par>
                <p:cTn presetID="1" presetClass="entr" presetSubtype="0" fill="hold" nodeType="withEffect">
                  <p:stCondLst>
                    <p:cond delay="0"/>
                  </p:stCondLst>
                  <p:childTnLst>
                    <p:set>
                      <p:cBhvr>
                        <p:cTn dur="1" fill="hold">
                          <p:stCondLst>
                            <p:cond delay="0"/>
                          </p:stCondLst>
                        </p:cTn>
                        <p:tgtEl>
                          <p:spTgt spid="83"/>
                        </p:tgtEl>
                        <p:attrNameLst>
                          <p:attrName>style.visibility</p:attrName>
                        </p:attrNameLst>
                      </p:cBhvr>
                      <p:to>
                        <p:strVal val="visible"/>
                      </p:to>
                    </p:set>
                  </p:childTnLst>
                </p:cTn>
              </p:par>
            </p:tnLst>
          </p:tmpl>
        </p:tmplLst>
      </p:bldP>
      <p:bldP spid="84" grpId="0" build="p">
        <p:tmplLst>
          <p:tmpl lvl="1">
            <p:tnLst>
              <p:par>
                <p:cTn presetID="1"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childTnLst>
                </p:cTn>
              </p:par>
            </p:tnLst>
          </p:tmpl>
        </p:tmplLst>
      </p:bldP>
      <p:bldP spid="85" grpId="0" build="p">
        <p:tmplLst>
          <p:tmpl lvl="1">
            <p:tnLst>
              <p:par>
                <p:cTn presetID="1" presetClass="entr" presetSubtype="0" fill="hold" nodeType="withEffect">
                  <p:stCondLst>
                    <p:cond delay="0"/>
                  </p:stCondLst>
                  <p:childTnLst>
                    <p:set>
                      <p:cBhvr>
                        <p:cTn dur="1" fill="hold">
                          <p:stCondLst>
                            <p:cond delay="0"/>
                          </p:stCondLst>
                        </p:cTn>
                        <p:tgtEl>
                          <p:spTgt spid="85"/>
                        </p:tgtEl>
                        <p:attrNameLst>
                          <p:attrName>style.visibility</p:attrName>
                        </p:attrNameLst>
                      </p:cBhvr>
                      <p:to>
                        <p:strVal val="visible"/>
                      </p:to>
                    </p:set>
                  </p:childTnLst>
                </p:cTn>
              </p:par>
            </p:tnLst>
          </p:tmpl>
        </p:tmplLst>
      </p:bldP>
      <p:bldP spid="86" grpId="0" build="p">
        <p:tmplLst>
          <p:tmpl lvl="1">
            <p:tnLst>
              <p:par>
                <p:cTn presetID="1" presetClass="entr" presetSubtype="0" fill="hold" nodeType="withEffect">
                  <p:stCondLst>
                    <p:cond delay="0"/>
                  </p:stCondLst>
                  <p:childTnLst>
                    <p:set>
                      <p:cBhvr>
                        <p:cTn dur="1" fill="hold">
                          <p:stCondLst>
                            <p:cond delay="0"/>
                          </p:stCondLst>
                        </p:cTn>
                        <p:tgtEl>
                          <p:spTgt spid="86"/>
                        </p:tgtEl>
                        <p:attrNameLst>
                          <p:attrName>style.visibility</p:attrName>
                        </p:attrNameLst>
                      </p:cBhvr>
                      <p:to>
                        <p:strVal val="visible"/>
                      </p:to>
                    </p:set>
                  </p:childTnLst>
                </p:cTn>
              </p:par>
            </p:tnLst>
          </p:tmpl>
        </p:tmplLst>
      </p:bldP>
      <p:bldP spid="87" grpId="0" build="p">
        <p:tmplLst>
          <p:tmpl lvl="1">
            <p:tnLst>
              <p:par>
                <p:cTn presetID="1"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x5-GraphicTable">
    <p:spTree>
      <p:nvGrpSpPr>
        <p:cNvPr id="1" name=""/>
        <p:cNvGrpSpPr/>
        <p:nvPr/>
      </p:nvGrpSpPr>
      <p:grpSpPr>
        <a:xfrm>
          <a:off x="0" y="0"/>
          <a:ext cx="0" cy="0"/>
          <a:chOff x="0" y="0"/>
          <a:chExt cx="0" cy="0"/>
        </a:xfrm>
      </p:grpSpPr>
      <p:sp>
        <p:nvSpPr>
          <p:cNvPr id="21" name="Text Placeholder 6"/>
          <p:cNvSpPr txBox="1">
            <a:spLocks/>
          </p:cNvSpPr>
          <p:nvPr userDrawn="1"/>
        </p:nvSpPr>
        <p:spPr>
          <a:xfrm>
            <a:off x="-1816" y="3299990"/>
            <a:ext cx="1828800" cy="731520"/>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571717"/>
            <a:ext cx="1828800" cy="731520"/>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3" name="Text Placeholder 6"/>
          <p:cNvSpPr txBox="1">
            <a:spLocks/>
          </p:cNvSpPr>
          <p:nvPr/>
        </p:nvSpPr>
        <p:spPr>
          <a:xfrm>
            <a:off x="-1816" y="4028263"/>
            <a:ext cx="1828800" cy="731520"/>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40197"/>
            <a:ext cx="1828800" cy="731520"/>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2" name="Text Placeholder 6"/>
          <p:cNvSpPr txBox="1">
            <a:spLocks/>
          </p:cNvSpPr>
          <p:nvPr userDrawn="1"/>
        </p:nvSpPr>
        <p:spPr>
          <a:xfrm>
            <a:off x="-1816" y="4762886"/>
            <a:ext cx="1828800" cy="731520"/>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5" name="Text Placeholder 4"/>
          <p:cNvSpPr>
            <a:spLocks noGrp="1"/>
          </p:cNvSpPr>
          <p:nvPr userDrawn="1">
            <p:ph type="body" sz="quarter" idx="13" hasCustomPrompt="1"/>
          </p:nvPr>
        </p:nvSpPr>
        <p:spPr>
          <a:xfrm>
            <a:off x="1839131" y="1161905"/>
            <a:ext cx="2011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3914049" y="1161905"/>
            <a:ext cx="2011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1839131" y="1837094"/>
            <a:ext cx="2011680" cy="731520"/>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1839131" y="2571717"/>
            <a:ext cx="2011680" cy="731520"/>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1839131" y="3306340"/>
            <a:ext cx="2011680" cy="731520"/>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3914049" y="1837094"/>
            <a:ext cx="2011680" cy="731520"/>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3914049" y="2571717"/>
            <a:ext cx="2011680" cy="731520"/>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3914049" y="3306340"/>
            <a:ext cx="2011680" cy="731520"/>
          </a:xfrm>
        </p:spPr>
        <p:txBody>
          <a:bodyPr anchor="ctr">
            <a:normAutofit/>
          </a:bodyPr>
          <a:lstStyle>
            <a:lvl1pPr marL="0" indent="0" algn="ctr">
              <a:buNone/>
              <a:defRPr sz="1600"/>
            </a:lvl1pPr>
          </a:lstStyle>
          <a:p>
            <a:pPr lvl="0"/>
            <a:r>
              <a:rPr lang="en-US" dirty="0"/>
              <a:t>Enter row information</a:t>
            </a:r>
          </a:p>
        </p:txBody>
      </p:sp>
      <p:sp>
        <p:nvSpPr>
          <p:cNvPr id="47" name="Text Placeholder 33"/>
          <p:cNvSpPr>
            <a:spLocks noGrp="1"/>
          </p:cNvSpPr>
          <p:nvPr>
            <p:ph type="body" sz="quarter" idx="21" hasCustomPrompt="1"/>
          </p:nvPr>
        </p:nvSpPr>
        <p:spPr>
          <a:xfrm>
            <a:off x="1839131" y="4040963"/>
            <a:ext cx="2011680" cy="731520"/>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3914049" y="4040963"/>
            <a:ext cx="2011680" cy="731520"/>
          </a:xfrm>
        </p:spPr>
        <p:txBody>
          <a:bodyPr anchor="ctr">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5989193" y="1161905"/>
            <a:ext cx="2011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5989193" y="1837094"/>
            <a:ext cx="2011680" cy="731520"/>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5989193" y="2571717"/>
            <a:ext cx="2011680" cy="731520"/>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5989193" y="3306340"/>
            <a:ext cx="2011680" cy="731520"/>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5989193" y="4040963"/>
            <a:ext cx="2011680" cy="731520"/>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571717"/>
            <a:ext cx="18288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306340"/>
            <a:ext cx="18288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18288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4040963"/>
            <a:ext cx="18288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3" name="Text Placeholder 33"/>
          <p:cNvSpPr>
            <a:spLocks noGrp="1"/>
          </p:cNvSpPr>
          <p:nvPr>
            <p:ph type="body" sz="quarter" idx="36" hasCustomPrompt="1"/>
          </p:nvPr>
        </p:nvSpPr>
        <p:spPr>
          <a:xfrm>
            <a:off x="1839131" y="4775586"/>
            <a:ext cx="2011680" cy="731520"/>
          </a:xfrm>
        </p:spPr>
        <p:txBody>
          <a:bodyPr anchor="ctr">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3914049" y="4775586"/>
            <a:ext cx="2011680" cy="731520"/>
          </a:xfrm>
        </p:spPr>
        <p:txBody>
          <a:bodyPr anchor="ctr">
            <a:normAutofit/>
          </a:bodyPr>
          <a:lstStyle>
            <a:lvl1pPr marL="0" indent="0" algn="ctr">
              <a:buNone/>
              <a:defRPr sz="1600"/>
            </a:lvl1pPr>
          </a:lstStyle>
          <a:p>
            <a:pPr lvl="0"/>
            <a:r>
              <a:rPr lang="en-US" dirty="0"/>
              <a:t>Enter row information</a:t>
            </a:r>
          </a:p>
        </p:txBody>
      </p:sp>
      <p:sp>
        <p:nvSpPr>
          <p:cNvPr id="65" name="Text Placeholder 33"/>
          <p:cNvSpPr>
            <a:spLocks noGrp="1"/>
          </p:cNvSpPr>
          <p:nvPr>
            <p:ph type="body" sz="quarter" idx="38" hasCustomPrompt="1"/>
          </p:nvPr>
        </p:nvSpPr>
        <p:spPr>
          <a:xfrm>
            <a:off x="5989193" y="4775586"/>
            <a:ext cx="2011680" cy="731520"/>
          </a:xfrm>
        </p:spPr>
        <p:txBody>
          <a:bodyPr anchor="ctr">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775586"/>
            <a:ext cx="1828800" cy="731520"/>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15" name="Straight Connector 14"/>
          <p:cNvCxnSpPr/>
          <p:nvPr userDrawn="1"/>
        </p:nvCxnSpPr>
        <p:spPr>
          <a:xfrm>
            <a:off x="-1816" y="2571717"/>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30634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4040963"/>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77558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5493465"/>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Text Placeholder 31"/>
          <p:cNvSpPr>
            <a:spLocks noGrp="1"/>
          </p:cNvSpPr>
          <p:nvPr>
            <p:ph type="body" sz="quarter" idx="40" hasCustomPrompt="1"/>
          </p:nvPr>
        </p:nvSpPr>
        <p:spPr>
          <a:xfrm>
            <a:off x="8063883" y="1161905"/>
            <a:ext cx="2011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55" name="Text Placeholder 33"/>
          <p:cNvSpPr>
            <a:spLocks noGrp="1"/>
          </p:cNvSpPr>
          <p:nvPr>
            <p:ph type="body" sz="quarter" idx="41" hasCustomPrompt="1"/>
          </p:nvPr>
        </p:nvSpPr>
        <p:spPr>
          <a:xfrm>
            <a:off x="8063883" y="1837094"/>
            <a:ext cx="2011680" cy="731520"/>
          </a:xfrm>
        </p:spPr>
        <p:txBody>
          <a:bodyPr anchor="ctr">
            <a:normAutofit/>
          </a:bodyPr>
          <a:lstStyle>
            <a:lvl1pPr marL="0" indent="0" algn="ctr">
              <a:buNone/>
              <a:defRPr sz="1600"/>
            </a:lvl1pPr>
          </a:lstStyle>
          <a:p>
            <a:pPr lvl="0"/>
            <a:r>
              <a:rPr lang="en-US" dirty="0"/>
              <a:t>Enter row information</a:t>
            </a:r>
          </a:p>
        </p:txBody>
      </p:sp>
      <p:sp>
        <p:nvSpPr>
          <p:cNvPr id="56" name="Text Placeholder 33"/>
          <p:cNvSpPr>
            <a:spLocks noGrp="1"/>
          </p:cNvSpPr>
          <p:nvPr>
            <p:ph type="body" sz="quarter" idx="42" hasCustomPrompt="1"/>
          </p:nvPr>
        </p:nvSpPr>
        <p:spPr>
          <a:xfrm>
            <a:off x="8063883" y="2571717"/>
            <a:ext cx="2011680" cy="731520"/>
          </a:xfr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pPr lvl="0"/>
            <a:r>
              <a:rPr lang="en-US" dirty="0"/>
              <a:t>Enter row information</a:t>
            </a:r>
          </a:p>
        </p:txBody>
      </p:sp>
      <p:sp>
        <p:nvSpPr>
          <p:cNvPr id="57" name="Text Placeholder 33"/>
          <p:cNvSpPr>
            <a:spLocks noGrp="1"/>
          </p:cNvSpPr>
          <p:nvPr>
            <p:ph type="body" sz="quarter" idx="43" hasCustomPrompt="1"/>
          </p:nvPr>
        </p:nvSpPr>
        <p:spPr>
          <a:xfrm>
            <a:off x="8063883" y="3306340"/>
            <a:ext cx="2011680" cy="731520"/>
          </a:xfrm>
        </p:spPr>
        <p:txBody>
          <a:bodyPr anchor="ctr">
            <a:normAutofit/>
          </a:bodyPr>
          <a:lstStyle>
            <a:lvl1pPr marL="0" indent="0" algn="ctr">
              <a:buNone/>
              <a:defRPr sz="1600"/>
            </a:lvl1pPr>
          </a:lstStyle>
          <a:p>
            <a:pPr lvl="0"/>
            <a:r>
              <a:rPr lang="en-US" dirty="0"/>
              <a:t>Enter row information</a:t>
            </a:r>
          </a:p>
        </p:txBody>
      </p:sp>
      <p:sp>
        <p:nvSpPr>
          <p:cNvPr id="58" name="Text Placeholder 33"/>
          <p:cNvSpPr>
            <a:spLocks noGrp="1"/>
          </p:cNvSpPr>
          <p:nvPr>
            <p:ph type="body" sz="quarter" idx="44" hasCustomPrompt="1"/>
          </p:nvPr>
        </p:nvSpPr>
        <p:spPr>
          <a:xfrm>
            <a:off x="8063883" y="4040963"/>
            <a:ext cx="2011680" cy="731520"/>
          </a:xfrm>
        </p:spPr>
        <p:txBody>
          <a:bodyPr anchor="ctr">
            <a:normAutofit/>
          </a:bodyPr>
          <a:lstStyle>
            <a:lvl1pPr marL="0" indent="0" algn="ctr">
              <a:buNone/>
              <a:defRPr sz="1600"/>
            </a:lvl1pPr>
          </a:lstStyle>
          <a:p>
            <a:pPr lvl="0"/>
            <a:r>
              <a:rPr lang="en-US" dirty="0"/>
              <a:t>Enter row information</a:t>
            </a:r>
          </a:p>
        </p:txBody>
      </p:sp>
      <p:sp>
        <p:nvSpPr>
          <p:cNvPr id="59" name="Text Placeholder 31"/>
          <p:cNvSpPr>
            <a:spLocks noGrp="1"/>
          </p:cNvSpPr>
          <p:nvPr>
            <p:ph type="body" sz="quarter" idx="45" hasCustomPrompt="1"/>
          </p:nvPr>
        </p:nvSpPr>
        <p:spPr>
          <a:xfrm>
            <a:off x="10138801" y="1161905"/>
            <a:ext cx="201168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60" name="Text Placeholder 33"/>
          <p:cNvSpPr>
            <a:spLocks noGrp="1"/>
          </p:cNvSpPr>
          <p:nvPr>
            <p:ph type="body" sz="quarter" idx="46" hasCustomPrompt="1"/>
          </p:nvPr>
        </p:nvSpPr>
        <p:spPr>
          <a:xfrm>
            <a:off x="10138801" y="1837094"/>
            <a:ext cx="2011680" cy="731520"/>
          </a:xfrm>
        </p:spPr>
        <p:txBody>
          <a:bodyPr anchor="ctr">
            <a:normAutofit/>
          </a:bodyPr>
          <a:lstStyle>
            <a:lvl1pPr marL="0" indent="0" algn="ctr">
              <a:buNone/>
              <a:defRPr sz="1600"/>
            </a:lvl1pPr>
          </a:lstStyle>
          <a:p>
            <a:pPr lvl="0"/>
            <a:r>
              <a:rPr lang="en-US" dirty="0"/>
              <a:t>Enter row information</a:t>
            </a:r>
          </a:p>
        </p:txBody>
      </p:sp>
      <p:sp>
        <p:nvSpPr>
          <p:cNvPr id="61" name="Text Placeholder 33"/>
          <p:cNvSpPr>
            <a:spLocks noGrp="1"/>
          </p:cNvSpPr>
          <p:nvPr>
            <p:ph type="body" sz="quarter" idx="47" hasCustomPrompt="1"/>
          </p:nvPr>
        </p:nvSpPr>
        <p:spPr>
          <a:xfrm>
            <a:off x="10138801" y="2571717"/>
            <a:ext cx="2011680" cy="731520"/>
          </a:xfrm>
        </p:spPr>
        <p:txBody>
          <a:bodyPr anchor="ctr">
            <a:normAutofit/>
          </a:bodyPr>
          <a:lstStyle>
            <a:lvl1pPr marL="0" indent="0" algn="ctr">
              <a:buNone/>
              <a:defRPr sz="1600"/>
            </a:lvl1pPr>
          </a:lstStyle>
          <a:p>
            <a:pPr lvl="0"/>
            <a:r>
              <a:rPr lang="en-US" dirty="0"/>
              <a:t>Enter row information</a:t>
            </a:r>
          </a:p>
        </p:txBody>
      </p:sp>
      <p:sp>
        <p:nvSpPr>
          <p:cNvPr id="67" name="Text Placeholder 33"/>
          <p:cNvSpPr>
            <a:spLocks noGrp="1"/>
          </p:cNvSpPr>
          <p:nvPr>
            <p:ph type="body" sz="quarter" idx="48" hasCustomPrompt="1"/>
          </p:nvPr>
        </p:nvSpPr>
        <p:spPr>
          <a:xfrm>
            <a:off x="10138801" y="3306340"/>
            <a:ext cx="2011680" cy="731520"/>
          </a:xfrm>
        </p:spPr>
        <p:txBody>
          <a:bodyPr anchor="ctr">
            <a:normAutofit/>
          </a:bodyPr>
          <a:lstStyle>
            <a:lvl1pPr marL="0" indent="0" algn="ctr">
              <a:buNone/>
              <a:defRPr sz="1600"/>
            </a:lvl1pPr>
          </a:lstStyle>
          <a:p>
            <a:pPr lvl="0"/>
            <a:r>
              <a:rPr lang="en-US" dirty="0"/>
              <a:t>Enter row information</a:t>
            </a:r>
          </a:p>
        </p:txBody>
      </p:sp>
      <p:sp>
        <p:nvSpPr>
          <p:cNvPr id="69" name="Text Placeholder 33"/>
          <p:cNvSpPr>
            <a:spLocks noGrp="1"/>
          </p:cNvSpPr>
          <p:nvPr>
            <p:ph type="body" sz="quarter" idx="49" hasCustomPrompt="1"/>
          </p:nvPr>
        </p:nvSpPr>
        <p:spPr>
          <a:xfrm>
            <a:off x="10138801" y="4040963"/>
            <a:ext cx="2011680" cy="731520"/>
          </a:xfrm>
        </p:spPr>
        <p:txBody>
          <a:bodyPr anchor="ctr">
            <a:normAutofit/>
          </a:bodyPr>
          <a:lstStyle>
            <a:lvl1pPr marL="0" indent="0" algn="ctr">
              <a:buNone/>
              <a:defRPr sz="1600"/>
            </a:lvl1pPr>
          </a:lstStyle>
          <a:p>
            <a:pPr lvl="0"/>
            <a:r>
              <a:rPr lang="en-US" dirty="0"/>
              <a:t>Enter row information</a:t>
            </a:r>
          </a:p>
        </p:txBody>
      </p:sp>
      <p:sp>
        <p:nvSpPr>
          <p:cNvPr id="70" name="Text Placeholder 33"/>
          <p:cNvSpPr>
            <a:spLocks noGrp="1"/>
          </p:cNvSpPr>
          <p:nvPr>
            <p:ph type="body" sz="quarter" idx="50" hasCustomPrompt="1"/>
          </p:nvPr>
        </p:nvSpPr>
        <p:spPr>
          <a:xfrm>
            <a:off x="8063883" y="4775586"/>
            <a:ext cx="2011680" cy="731520"/>
          </a:xfrm>
        </p:spPr>
        <p:txBody>
          <a:bodyPr anchor="ctr">
            <a:normAutofit/>
          </a:bodyPr>
          <a:lstStyle>
            <a:lvl1pPr marL="0" indent="0" algn="ctr">
              <a:buNone/>
              <a:defRPr sz="1600"/>
            </a:lvl1pPr>
          </a:lstStyle>
          <a:p>
            <a:pPr lvl="0"/>
            <a:r>
              <a:rPr lang="en-US" dirty="0"/>
              <a:t>Enter row information</a:t>
            </a:r>
          </a:p>
        </p:txBody>
      </p:sp>
      <p:sp>
        <p:nvSpPr>
          <p:cNvPr id="71" name="Text Placeholder 33"/>
          <p:cNvSpPr>
            <a:spLocks noGrp="1"/>
          </p:cNvSpPr>
          <p:nvPr>
            <p:ph type="body" sz="quarter" idx="51" hasCustomPrompt="1"/>
          </p:nvPr>
        </p:nvSpPr>
        <p:spPr>
          <a:xfrm>
            <a:off x="10138801" y="4775586"/>
            <a:ext cx="2011680" cy="731520"/>
          </a:xfrm>
        </p:spPr>
        <p:txBody>
          <a:bodyPr anchor="ctr">
            <a:normAutofit/>
          </a:bodyPr>
          <a:lstStyle>
            <a:lvl1pPr marL="0" indent="0" algn="ctr">
              <a:buNone/>
              <a:defRPr sz="1600"/>
            </a:lvl1pPr>
          </a:lstStyle>
          <a:p>
            <a:pPr lvl="0"/>
            <a:r>
              <a:rPr lang="en-US" dirty="0"/>
              <a:t>Enter row information</a:t>
            </a:r>
          </a:p>
        </p:txBody>
      </p:sp>
    </p:spTree>
    <p:custDataLst>
      <p:tags r:id="rId1"/>
    </p:custDataLst>
    <p:extLst>
      <p:ext uri="{BB962C8B-B14F-4D97-AF65-F5344CB8AC3E}">
        <p14:creationId xmlns:p14="http://schemas.microsoft.com/office/powerpoint/2010/main" val="78660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xEl>
                                              <p:pRg st="0" end="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8">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xEl>
                                              <p:pRg st="0" end="0"/>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4">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xEl>
                                              <p:pRg st="0" end="0"/>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6">
                                            <p:txEl>
                                              <p:pRg st="0" end="0"/>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0">
                                            <p:txEl>
                                              <p:pRg st="0" end="0"/>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43" grpId="0" animBg="1"/>
      <p:bldP spid="62"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5" grpId="0" build="p">
        <p:tmplLst>
          <p:tmpl lvl="1">
            <p:tnLst>
              <p:par>
                <p:cTn presetID="1"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56" grpId="0" build="p">
        <p:tmplLst>
          <p:tmpl lvl="1">
            <p:tnLst>
              <p:par>
                <p:cTn presetID="1" presetClass="entr" presetSubtype="0" fill="hold" nodeType="withEffect">
                  <p:stCondLst>
                    <p:cond delay="0"/>
                  </p:stCondLst>
                  <p:childTnLst>
                    <p:set>
                      <p:cBhvr>
                        <p:cTn dur="1" fill="hold">
                          <p:stCondLst>
                            <p:cond delay="0"/>
                          </p:stCondLst>
                        </p:cTn>
                        <p:tgtEl>
                          <p:spTgt spid="56"/>
                        </p:tgtEl>
                        <p:attrNameLst>
                          <p:attrName>style.visibility</p:attrName>
                        </p:attrNameLst>
                      </p:cBhvr>
                      <p:to>
                        <p:strVal val="visible"/>
                      </p:to>
                    </p:set>
                  </p:childTnLst>
                </p:cTn>
              </p:par>
            </p:tnLst>
          </p:tmpl>
        </p:tmplLst>
      </p:bldP>
      <p:bldP spid="57" grpId="0" build="p">
        <p:tmplLst>
          <p:tmpl lvl="1">
            <p:tnLst>
              <p:par>
                <p:cTn presetID="1" presetClass="entr" presetSubtype="0" fill="hold" nodeType="withEffect">
                  <p:stCondLst>
                    <p:cond delay="0"/>
                  </p:stCondLst>
                  <p:childTnLst>
                    <p:set>
                      <p:cBhvr>
                        <p:cTn dur="1" fill="hold">
                          <p:stCondLst>
                            <p:cond delay="0"/>
                          </p:stCondLst>
                        </p:cTn>
                        <p:tgtEl>
                          <p:spTgt spid="57"/>
                        </p:tgtEl>
                        <p:attrNameLst>
                          <p:attrName>style.visibility</p:attrName>
                        </p:attrNameLst>
                      </p:cBhvr>
                      <p:to>
                        <p:strVal val="visible"/>
                      </p:to>
                    </p:set>
                  </p:childTnLst>
                </p:cTn>
              </p:par>
            </p:tnLst>
          </p:tmpl>
        </p:tmplLst>
      </p:bldP>
      <p:bldP spid="58" grpId="0" build="p">
        <p:tmplLst>
          <p:tmpl lvl="1">
            <p:tnLst>
              <p:par>
                <p:cTn presetID="1" presetClass="entr" presetSubtype="0" fill="hold" nodeType="withEffect">
                  <p:stCondLst>
                    <p:cond delay="0"/>
                  </p:stCondLst>
                  <p:childTnLst>
                    <p:set>
                      <p:cBhvr>
                        <p:cTn dur="1" fill="hold">
                          <p:stCondLst>
                            <p:cond delay="0"/>
                          </p:stCondLst>
                        </p:cTn>
                        <p:tgtEl>
                          <p:spTgt spid="58"/>
                        </p:tgtEl>
                        <p:attrNameLst>
                          <p:attrName>style.visibility</p:attrName>
                        </p:attrNameLst>
                      </p:cBhvr>
                      <p:to>
                        <p:strVal val="visible"/>
                      </p:to>
                    </p:set>
                  </p:childTnLst>
                </p:cTn>
              </p:par>
            </p:tnLst>
          </p:tmpl>
        </p:tmplLst>
      </p:bldP>
      <p:bldP spid="61" grpId="0" build="p">
        <p:tmplLst>
          <p:tmpl lvl="1">
            <p:tnLst>
              <p:par>
                <p:cTn presetID="1" presetClass="entr" presetSubtype="0" fill="hold" nodeType="withEffect">
                  <p:stCondLst>
                    <p:cond delay="0"/>
                  </p:stCondLst>
                  <p:childTnLst>
                    <p:set>
                      <p:cBhvr>
                        <p:cTn dur="1" fill="hold">
                          <p:stCondLst>
                            <p:cond delay="0"/>
                          </p:stCondLst>
                        </p:cTn>
                        <p:tgtEl>
                          <p:spTgt spid="61"/>
                        </p:tgtEl>
                        <p:attrNameLst>
                          <p:attrName>style.visibility</p:attrName>
                        </p:attrNameLst>
                      </p:cBhvr>
                      <p:to>
                        <p:strVal val="visible"/>
                      </p:to>
                    </p:set>
                  </p:childTnLst>
                </p:cTn>
              </p:par>
            </p:tnLst>
          </p:tmpl>
        </p:tmplLst>
      </p:bldP>
      <p:bldP spid="67" grpId="0" build="p">
        <p:tmplLst>
          <p:tmpl lvl="1">
            <p:tnLst>
              <p:par>
                <p:cTn presetID="1" presetClass="entr" presetSubtype="0" fill="hold" nodeType="withEffect">
                  <p:stCondLst>
                    <p:cond delay="0"/>
                  </p:stCondLst>
                  <p:childTnLst>
                    <p:set>
                      <p:cBhvr>
                        <p:cTn dur="1" fill="hold">
                          <p:stCondLst>
                            <p:cond delay="0"/>
                          </p:stCondLst>
                        </p:cTn>
                        <p:tgtEl>
                          <p:spTgt spid="67"/>
                        </p:tgtEl>
                        <p:attrNameLst>
                          <p:attrName>style.visibility</p:attrName>
                        </p:attrNameLst>
                      </p:cBhvr>
                      <p:to>
                        <p:strVal val="visible"/>
                      </p:to>
                    </p:set>
                  </p:childTnLst>
                </p:cTn>
              </p:par>
            </p:tnLst>
          </p:tmpl>
        </p:tmplLst>
      </p:bldP>
      <p:bldP spid="69" grpId="0" build="p">
        <p:tmplLst>
          <p:tmpl lvl="1">
            <p:tnLst>
              <p:par>
                <p:cTn presetID="1"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childTnLst>
                </p:cTn>
              </p:par>
            </p:tnLst>
          </p:tmpl>
        </p:tmplLst>
      </p:bldP>
      <p:bldP spid="70" grpId="0" build="p">
        <p:tmplLst>
          <p:tmpl lvl="1">
            <p:tnLst>
              <p:par>
                <p:cTn presetID="1" presetClass="entr" presetSubtype="0" fill="hold" nodeType="withEffect">
                  <p:stCondLst>
                    <p:cond delay="0"/>
                  </p:stCondLst>
                  <p:childTnLst>
                    <p:set>
                      <p:cBhvr>
                        <p:cTn dur="1" fill="hold">
                          <p:stCondLst>
                            <p:cond delay="0"/>
                          </p:stCondLst>
                        </p:cTn>
                        <p:tgtEl>
                          <p:spTgt spid="70"/>
                        </p:tgtEl>
                        <p:attrNameLst>
                          <p:attrName>style.visibility</p:attrName>
                        </p:attrNameLst>
                      </p:cBhvr>
                      <p:to>
                        <p:strVal val="visible"/>
                      </p:to>
                    </p:set>
                  </p:childTnLst>
                </p:cTn>
              </p:par>
            </p:tnLst>
          </p:tmpl>
        </p:tmplLst>
      </p:bldP>
      <p:bldP spid="71" grpId="0" build="p">
        <p:tmplLst>
          <p:tmpl lvl="1">
            <p:tnLst>
              <p:par>
                <p:cTn presetID="1" presetClass="entr" presetSubtype="0" fill="hold" nodeType="withEffect">
                  <p:stCondLst>
                    <p:cond delay="0"/>
                  </p:stCondLst>
                  <p:childTnLst>
                    <p:set>
                      <p:cBhvr>
                        <p:cTn dur="1" fill="hold">
                          <p:stCondLst>
                            <p:cond delay="0"/>
                          </p:stCondLst>
                        </p:cTn>
                        <p:tgtEl>
                          <p:spTgt spid="71"/>
                        </p:tgtEl>
                        <p:attrNameLst>
                          <p:attrName>style.visibility</p:attrName>
                        </p:attrNameLst>
                      </p:cBhvr>
                      <p:to>
                        <p:strVal val="visible"/>
                      </p:to>
                    </p:set>
                  </p:childTnLst>
                </p:cTn>
              </p:par>
            </p:tnLst>
          </p:tmpl>
        </p:tmplLst>
      </p:bldP>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7x4-GraphicTabl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13" name="Text Placeholder 6"/>
          <p:cNvSpPr txBox="1">
            <a:spLocks/>
          </p:cNvSpPr>
          <p:nvPr userDrawn="1"/>
        </p:nvSpPr>
        <p:spPr>
          <a:xfrm>
            <a:off x="0" y="1161905"/>
            <a:ext cx="12192000" cy="685800"/>
          </a:xfrm>
          <a:prstGeom prst="rect">
            <a:avLst/>
          </a:prstGeom>
          <a:solidFill>
            <a:schemeClr val="accent2"/>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p>
        </p:txBody>
      </p:sp>
      <p:sp>
        <p:nvSpPr>
          <p:cNvPr id="21" name="Text Placeholder 6"/>
          <p:cNvSpPr txBox="1">
            <a:spLocks/>
          </p:cNvSpPr>
          <p:nvPr userDrawn="1"/>
        </p:nvSpPr>
        <p:spPr>
          <a:xfrm>
            <a:off x="-1816" y="3087058"/>
            <a:ext cx="2103120" cy="612648"/>
          </a:xfrm>
          <a:prstGeom prst="rect">
            <a:avLst/>
          </a:prstGeom>
          <a:solidFill>
            <a:srgbClr val="BDCADA"/>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5" name="Text Placeholder 6"/>
          <p:cNvSpPr txBox="1">
            <a:spLocks/>
          </p:cNvSpPr>
          <p:nvPr userDrawn="1"/>
        </p:nvSpPr>
        <p:spPr>
          <a:xfrm>
            <a:off x="-1816" y="2462076"/>
            <a:ext cx="2103120" cy="612648"/>
          </a:xfrm>
          <a:prstGeom prst="rect">
            <a:avLst/>
          </a:prstGeom>
          <a:solidFill>
            <a:srgbClr val="A4E9FC"/>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29" name="Text Placeholder 6"/>
          <p:cNvSpPr txBox="1">
            <a:spLocks/>
          </p:cNvSpPr>
          <p:nvPr userDrawn="1"/>
        </p:nvSpPr>
        <p:spPr>
          <a:xfrm>
            <a:off x="-1816" y="1837094"/>
            <a:ext cx="2103120" cy="612648"/>
          </a:xfrm>
          <a:prstGeom prst="rect">
            <a:avLst/>
          </a:prstGeom>
          <a:solidFill>
            <a:srgbClr val="F173F1"/>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5" name="Text Placeholder 4"/>
          <p:cNvSpPr>
            <a:spLocks noGrp="1"/>
          </p:cNvSpPr>
          <p:nvPr userDrawn="1">
            <p:ph type="body" sz="quarter" idx="13" hasCustomPrompt="1"/>
          </p:nvPr>
        </p:nvSpPr>
        <p:spPr>
          <a:xfrm>
            <a:off x="2117814" y="1161905"/>
            <a:ext cx="237744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2" name="Text Placeholder 31"/>
          <p:cNvSpPr>
            <a:spLocks noGrp="1"/>
          </p:cNvSpPr>
          <p:nvPr userDrawn="1">
            <p:ph type="body" sz="quarter" idx="14" hasCustomPrompt="1"/>
          </p:nvPr>
        </p:nvSpPr>
        <p:spPr>
          <a:xfrm>
            <a:off x="4646790" y="1161905"/>
            <a:ext cx="237744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34" name="Text Placeholder 33"/>
          <p:cNvSpPr>
            <a:spLocks noGrp="1"/>
          </p:cNvSpPr>
          <p:nvPr>
            <p:ph type="body" sz="quarter" idx="15" hasCustomPrompt="1"/>
          </p:nvPr>
        </p:nvSpPr>
        <p:spPr>
          <a:xfrm>
            <a:off x="2117814" y="1837094"/>
            <a:ext cx="2377440" cy="612648"/>
          </a:xfrm>
        </p:spPr>
        <p:txBody>
          <a:bodyPr anchor="ctr">
            <a:normAutofit/>
          </a:bodyPr>
          <a:lstStyle>
            <a:lvl1pPr marL="0" indent="0" algn="ctr">
              <a:buNone/>
              <a:defRPr sz="1600"/>
            </a:lvl1pPr>
          </a:lstStyle>
          <a:p>
            <a:pPr lvl="0"/>
            <a:r>
              <a:rPr lang="en-US" dirty="0"/>
              <a:t>Enter row information</a:t>
            </a:r>
          </a:p>
        </p:txBody>
      </p:sp>
      <p:sp>
        <p:nvSpPr>
          <p:cNvPr id="35" name="Text Placeholder 33"/>
          <p:cNvSpPr>
            <a:spLocks noGrp="1"/>
          </p:cNvSpPr>
          <p:nvPr>
            <p:ph type="body" sz="quarter" idx="16" hasCustomPrompt="1"/>
          </p:nvPr>
        </p:nvSpPr>
        <p:spPr>
          <a:xfrm>
            <a:off x="2117814" y="2462076"/>
            <a:ext cx="2377440" cy="612648"/>
          </a:xfrm>
        </p:spPr>
        <p:txBody>
          <a:bodyPr anchor="ctr">
            <a:normAutofit/>
          </a:bodyPr>
          <a:lstStyle>
            <a:lvl1pPr marL="0" indent="0" algn="ctr">
              <a:buNone/>
              <a:defRPr sz="1600"/>
            </a:lvl1pPr>
          </a:lstStyle>
          <a:p>
            <a:pPr lvl="0"/>
            <a:r>
              <a:rPr lang="en-US" dirty="0"/>
              <a:t>Enter row information</a:t>
            </a:r>
          </a:p>
        </p:txBody>
      </p:sp>
      <p:sp>
        <p:nvSpPr>
          <p:cNvPr id="36" name="Text Placeholder 33"/>
          <p:cNvSpPr>
            <a:spLocks noGrp="1"/>
          </p:cNvSpPr>
          <p:nvPr>
            <p:ph type="body" sz="quarter" idx="17" hasCustomPrompt="1"/>
          </p:nvPr>
        </p:nvSpPr>
        <p:spPr>
          <a:xfrm>
            <a:off x="2117814" y="3087058"/>
            <a:ext cx="2377440" cy="612648"/>
          </a:xfrm>
        </p:spPr>
        <p:txBody>
          <a:bodyPr anchor="ctr">
            <a:normAutofit/>
          </a:bodyPr>
          <a:lstStyle>
            <a:lvl1pPr marL="0" indent="0" algn="ctr">
              <a:buNone/>
              <a:defRPr sz="1600"/>
            </a:lvl1pPr>
          </a:lstStyle>
          <a:p>
            <a:pPr lvl="0"/>
            <a:r>
              <a:rPr lang="en-US" dirty="0"/>
              <a:t>Enter row information</a:t>
            </a:r>
          </a:p>
        </p:txBody>
      </p:sp>
      <p:sp>
        <p:nvSpPr>
          <p:cNvPr id="37" name="Text Placeholder 33"/>
          <p:cNvSpPr>
            <a:spLocks noGrp="1"/>
          </p:cNvSpPr>
          <p:nvPr>
            <p:ph type="body" sz="quarter" idx="18" hasCustomPrompt="1"/>
          </p:nvPr>
        </p:nvSpPr>
        <p:spPr>
          <a:xfrm>
            <a:off x="4638569" y="1837094"/>
            <a:ext cx="2377440" cy="612648"/>
          </a:xfrm>
        </p:spPr>
        <p:txBody>
          <a:bodyPr anchor="ctr">
            <a:normAutofit/>
          </a:bodyPr>
          <a:lstStyle>
            <a:lvl1pPr marL="0" indent="0" algn="ctr">
              <a:buNone/>
              <a:defRPr sz="1600"/>
            </a:lvl1pPr>
          </a:lstStyle>
          <a:p>
            <a:pPr lvl="0"/>
            <a:r>
              <a:rPr lang="en-US" dirty="0"/>
              <a:t>Enter row information</a:t>
            </a:r>
          </a:p>
        </p:txBody>
      </p:sp>
      <p:sp>
        <p:nvSpPr>
          <p:cNvPr id="38" name="Text Placeholder 33"/>
          <p:cNvSpPr>
            <a:spLocks noGrp="1"/>
          </p:cNvSpPr>
          <p:nvPr>
            <p:ph type="body" sz="quarter" idx="19" hasCustomPrompt="1"/>
          </p:nvPr>
        </p:nvSpPr>
        <p:spPr>
          <a:xfrm>
            <a:off x="4638569" y="2462076"/>
            <a:ext cx="2377440" cy="612648"/>
          </a:xfrm>
        </p:spPr>
        <p:txBody>
          <a:bodyPr anchor="ctr">
            <a:normAutofit/>
          </a:bodyPr>
          <a:lstStyle>
            <a:lvl1pPr marL="0" indent="0" algn="ctr">
              <a:buNone/>
              <a:defRPr sz="1600"/>
            </a:lvl1pPr>
          </a:lstStyle>
          <a:p>
            <a:pPr lvl="0"/>
            <a:r>
              <a:rPr lang="en-US" dirty="0"/>
              <a:t>Enter row information</a:t>
            </a:r>
          </a:p>
        </p:txBody>
      </p:sp>
      <p:sp>
        <p:nvSpPr>
          <p:cNvPr id="39" name="Text Placeholder 33"/>
          <p:cNvSpPr>
            <a:spLocks noGrp="1"/>
          </p:cNvSpPr>
          <p:nvPr>
            <p:ph type="body" sz="quarter" idx="20" hasCustomPrompt="1"/>
          </p:nvPr>
        </p:nvSpPr>
        <p:spPr>
          <a:xfrm>
            <a:off x="4638569" y="3087058"/>
            <a:ext cx="2377440" cy="612648"/>
          </a:xfrm>
        </p:spPr>
        <p:txBody>
          <a:bodyPr anchor="ctr">
            <a:normAutofit/>
          </a:bodyPr>
          <a:lstStyle>
            <a:lvl1pPr marL="0" indent="0" algn="ctr">
              <a:buNone/>
              <a:defRPr sz="1600"/>
            </a:lvl1pPr>
          </a:lstStyle>
          <a:p>
            <a:pPr lvl="0"/>
            <a:r>
              <a:rPr lang="en-US" dirty="0"/>
              <a:t>Enter row information</a:t>
            </a:r>
          </a:p>
        </p:txBody>
      </p:sp>
      <p:sp>
        <p:nvSpPr>
          <p:cNvPr id="43" name="Text Placeholder 6"/>
          <p:cNvSpPr txBox="1">
            <a:spLocks/>
          </p:cNvSpPr>
          <p:nvPr/>
        </p:nvSpPr>
        <p:spPr>
          <a:xfrm>
            <a:off x="-1816" y="3712040"/>
            <a:ext cx="2103120" cy="612648"/>
          </a:xfrm>
          <a:prstGeom prst="rect">
            <a:avLst/>
          </a:prstGeom>
          <a:solidFill>
            <a:srgbClr val="B39DE9"/>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47" name="Text Placeholder 33"/>
          <p:cNvSpPr>
            <a:spLocks noGrp="1"/>
          </p:cNvSpPr>
          <p:nvPr>
            <p:ph type="body" sz="quarter" idx="21" hasCustomPrompt="1"/>
          </p:nvPr>
        </p:nvSpPr>
        <p:spPr>
          <a:xfrm>
            <a:off x="2117814" y="3712040"/>
            <a:ext cx="2377440" cy="612648"/>
          </a:xfrm>
        </p:spPr>
        <p:txBody>
          <a:bodyPr anchor="ctr">
            <a:normAutofit/>
          </a:bodyPr>
          <a:lstStyle>
            <a:lvl1pPr marL="0" indent="0" algn="ctr">
              <a:buNone/>
              <a:defRPr sz="1600"/>
            </a:lvl1pPr>
          </a:lstStyle>
          <a:p>
            <a:pPr lvl="0"/>
            <a:r>
              <a:rPr lang="en-US" dirty="0"/>
              <a:t>Enter row information</a:t>
            </a:r>
          </a:p>
        </p:txBody>
      </p:sp>
      <p:sp>
        <p:nvSpPr>
          <p:cNvPr id="48" name="Text Placeholder 33"/>
          <p:cNvSpPr>
            <a:spLocks noGrp="1"/>
          </p:cNvSpPr>
          <p:nvPr>
            <p:ph type="body" sz="quarter" idx="22" hasCustomPrompt="1"/>
          </p:nvPr>
        </p:nvSpPr>
        <p:spPr>
          <a:xfrm>
            <a:off x="4638569" y="3712040"/>
            <a:ext cx="2377440" cy="612648"/>
          </a:xfrm>
        </p:spPr>
        <p:txBody>
          <a:bodyPr anchor="ctr">
            <a:normAutofit/>
          </a:bodyPr>
          <a:lstStyle>
            <a:lvl1pPr marL="0" indent="0" algn="ctr">
              <a:buNone/>
              <a:defRPr sz="1600"/>
            </a:lvl1pPr>
          </a:lstStyle>
          <a:p>
            <a:pPr lvl="0"/>
            <a:r>
              <a:rPr lang="en-US" dirty="0"/>
              <a:t>Enter row information</a:t>
            </a:r>
          </a:p>
        </p:txBody>
      </p:sp>
      <p:sp>
        <p:nvSpPr>
          <p:cNvPr id="41" name="Text Placeholder 31"/>
          <p:cNvSpPr>
            <a:spLocks noGrp="1"/>
          </p:cNvSpPr>
          <p:nvPr>
            <p:ph type="body" sz="quarter" idx="23" hasCustomPrompt="1"/>
          </p:nvPr>
        </p:nvSpPr>
        <p:spPr>
          <a:xfrm>
            <a:off x="7173373" y="1161905"/>
            <a:ext cx="237744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42" name="Text Placeholder 33"/>
          <p:cNvSpPr>
            <a:spLocks noGrp="1"/>
          </p:cNvSpPr>
          <p:nvPr>
            <p:ph type="body" sz="quarter" idx="24" hasCustomPrompt="1"/>
          </p:nvPr>
        </p:nvSpPr>
        <p:spPr>
          <a:xfrm>
            <a:off x="7159324" y="1837094"/>
            <a:ext cx="2377440" cy="612648"/>
          </a:xfrm>
        </p:spPr>
        <p:txBody>
          <a:bodyPr anchor="ctr">
            <a:normAutofit/>
          </a:bodyPr>
          <a:lstStyle>
            <a:lvl1pPr marL="0" indent="0" algn="ctr">
              <a:buNone/>
              <a:defRPr sz="1600"/>
            </a:lvl1pPr>
          </a:lstStyle>
          <a:p>
            <a:pPr lvl="0"/>
            <a:r>
              <a:rPr lang="en-US" dirty="0"/>
              <a:t>Enter row information</a:t>
            </a:r>
          </a:p>
        </p:txBody>
      </p:sp>
      <p:sp>
        <p:nvSpPr>
          <p:cNvPr id="44" name="Text Placeholder 33"/>
          <p:cNvSpPr>
            <a:spLocks noGrp="1"/>
          </p:cNvSpPr>
          <p:nvPr>
            <p:ph type="body" sz="quarter" idx="25" hasCustomPrompt="1"/>
          </p:nvPr>
        </p:nvSpPr>
        <p:spPr>
          <a:xfrm>
            <a:off x="7159324" y="2462076"/>
            <a:ext cx="2377440" cy="612648"/>
          </a:xfrm>
        </p:spPr>
        <p:txBody>
          <a:bodyPr anchor="ctr">
            <a:normAutofit/>
          </a:bodyPr>
          <a:lstStyle>
            <a:lvl1pPr marL="0" indent="0" algn="ctr">
              <a:buNone/>
              <a:defRPr sz="1600"/>
            </a:lvl1pPr>
          </a:lstStyle>
          <a:p>
            <a:pPr lvl="0"/>
            <a:r>
              <a:rPr lang="en-US" dirty="0"/>
              <a:t>Enter row information</a:t>
            </a:r>
          </a:p>
        </p:txBody>
      </p:sp>
      <p:sp>
        <p:nvSpPr>
          <p:cNvPr id="45" name="Text Placeholder 33"/>
          <p:cNvSpPr>
            <a:spLocks noGrp="1"/>
          </p:cNvSpPr>
          <p:nvPr>
            <p:ph type="body" sz="quarter" idx="26" hasCustomPrompt="1"/>
          </p:nvPr>
        </p:nvSpPr>
        <p:spPr>
          <a:xfrm>
            <a:off x="7159324" y="3087058"/>
            <a:ext cx="2377440" cy="612648"/>
          </a:xfrm>
        </p:spPr>
        <p:txBody>
          <a:bodyPr anchor="ctr">
            <a:normAutofit/>
          </a:bodyPr>
          <a:lstStyle>
            <a:lvl1pPr marL="0" indent="0" algn="ctr">
              <a:buNone/>
              <a:defRPr sz="1600"/>
            </a:lvl1pPr>
          </a:lstStyle>
          <a:p>
            <a:pPr lvl="0"/>
            <a:r>
              <a:rPr lang="en-US" dirty="0"/>
              <a:t>Enter row information</a:t>
            </a:r>
          </a:p>
        </p:txBody>
      </p:sp>
      <p:sp>
        <p:nvSpPr>
          <p:cNvPr id="49" name="Text Placeholder 33"/>
          <p:cNvSpPr>
            <a:spLocks noGrp="1"/>
          </p:cNvSpPr>
          <p:nvPr>
            <p:ph type="body" sz="quarter" idx="27" hasCustomPrompt="1"/>
          </p:nvPr>
        </p:nvSpPr>
        <p:spPr>
          <a:xfrm>
            <a:off x="7159324" y="3712040"/>
            <a:ext cx="2377440" cy="612648"/>
          </a:xfrm>
        </p:spPr>
        <p:txBody>
          <a:bodyPr anchor="ctr">
            <a:normAutofit/>
          </a:bodyPr>
          <a:lstStyle>
            <a:lvl1pPr marL="0" indent="0" algn="ctr">
              <a:buNone/>
              <a:defRPr sz="1600"/>
            </a:lvl1pPr>
          </a:lstStyle>
          <a:p>
            <a:pPr lvl="0"/>
            <a:r>
              <a:rPr lang="en-US" dirty="0"/>
              <a:t>Enter row information</a:t>
            </a:r>
          </a:p>
        </p:txBody>
      </p:sp>
      <p:sp>
        <p:nvSpPr>
          <p:cNvPr id="50" name="Text Placeholder 4"/>
          <p:cNvSpPr>
            <a:spLocks noGrp="1"/>
          </p:cNvSpPr>
          <p:nvPr>
            <p:ph type="body" sz="quarter" idx="28" hasCustomPrompt="1"/>
          </p:nvPr>
        </p:nvSpPr>
        <p:spPr>
          <a:xfrm>
            <a:off x="-1816" y="2462076"/>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1" name="Text Placeholder 4"/>
          <p:cNvSpPr>
            <a:spLocks noGrp="1"/>
          </p:cNvSpPr>
          <p:nvPr>
            <p:ph type="body" sz="quarter" idx="29" hasCustomPrompt="1"/>
          </p:nvPr>
        </p:nvSpPr>
        <p:spPr>
          <a:xfrm>
            <a:off x="-1816" y="3087058"/>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2" name="Text Placeholder 4"/>
          <p:cNvSpPr>
            <a:spLocks noGrp="1"/>
          </p:cNvSpPr>
          <p:nvPr>
            <p:ph type="body" sz="quarter" idx="30" hasCustomPrompt="1"/>
          </p:nvPr>
        </p:nvSpPr>
        <p:spPr>
          <a:xfrm>
            <a:off x="-1816" y="1837094"/>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53" name="Text Placeholder 4"/>
          <p:cNvSpPr>
            <a:spLocks noGrp="1"/>
          </p:cNvSpPr>
          <p:nvPr>
            <p:ph type="body" sz="quarter" idx="31" hasCustomPrompt="1"/>
          </p:nvPr>
        </p:nvSpPr>
        <p:spPr>
          <a:xfrm>
            <a:off x="-1816" y="3712040"/>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62" name="Text Placeholder 6"/>
          <p:cNvSpPr txBox="1">
            <a:spLocks/>
          </p:cNvSpPr>
          <p:nvPr userDrawn="1"/>
        </p:nvSpPr>
        <p:spPr>
          <a:xfrm>
            <a:off x="-1816" y="4337022"/>
            <a:ext cx="2103120" cy="612648"/>
          </a:xfrm>
          <a:prstGeom prst="rect">
            <a:avLst/>
          </a:prstGeom>
          <a:solidFill>
            <a:schemeClr val="tx2">
              <a:lumMod val="40000"/>
              <a:lumOff val="6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63" name="Text Placeholder 33"/>
          <p:cNvSpPr>
            <a:spLocks noGrp="1"/>
          </p:cNvSpPr>
          <p:nvPr>
            <p:ph type="body" sz="quarter" idx="36" hasCustomPrompt="1"/>
          </p:nvPr>
        </p:nvSpPr>
        <p:spPr>
          <a:xfrm>
            <a:off x="2117814" y="4337022"/>
            <a:ext cx="2377440" cy="612648"/>
          </a:xfrm>
        </p:spPr>
        <p:txBody>
          <a:bodyPr anchor="ctr">
            <a:normAutofit/>
          </a:bodyPr>
          <a:lstStyle>
            <a:lvl1pPr marL="0" indent="0" algn="ctr">
              <a:buNone/>
              <a:defRPr sz="1600"/>
            </a:lvl1pPr>
          </a:lstStyle>
          <a:p>
            <a:pPr lvl="0"/>
            <a:r>
              <a:rPr lang="en-US" dirty="0"/>
              <a:t>Enter row information</a:t>
            </a:r>
          </a:p>
        </p:txBody>
      </p:sp>
      <p:sp>
        <p:nvSpPr>
          <p:cNvPr id="64" name="Text Placeholder 33"/>
          <p:cNvSpPr>
            <a:spLocks noGrp="1"/>
          </p:cNvSpPr>
          <p:nvPr>
            <p:ph type="body" sz="quarter" idx="37" hasCustomPrompt="1"/>
          </p:nvPr>
        </p:nvSpPr>
        <p:spPr>
          <a:xfrm>
            <a:off x="4638569" y="4337022"/>
            <a:ext cx="2377440" cy="612648"/>
          </a:xfrm>
        </p:spPr>
        <p:txBody>
          <a:bodyPr anchor="ctr">
            <a:normAutofit/>
          </a:bodyPr>
          <a:lstStyle>
            <a:lvl1pPr marL="0" indent="0" algn="ctr">
              <a:buNone/>
              <a:defRPr sz="1600"/>
            </a:lvl1pPr>
          </a:lstStyle>
          <a:p>
            <a:pPr lvl="0"/>
            <a:r>
              <a:rPr lang="en-US" dirty="0"/>
              <a:t>Enter row information</a:t>
            </a:r>
          </a:p>
        </p:txBody>
      </p:sp>
      <p:sp>
        <p:nvSpPr>
          <p:cNvPr id="65" name="Text Placeholder 33"/>
          <p:cNvSpPr>
            <a:spLocks noGrp="1"/>
          </p:cNvSpPr>
          <p:nvPr>
            <p:ph type="body" sz="quarter" idx="38" hasCustomPrompt="1"/>
          </p:nvPr>
        </p:nvSpPr>
        <p:spPr>
          <a:xfrm>
            <a:off x="7159324" y="4337022"/>
            <a:ext cx="2377440" cy="612648"/>
          </a:xfrm>
        </p:spPr>
        <p:txBody>
          <a:bodyPr anchor="ctr">
            <a:normAutofit/>
          </a:bodyPr>
          <a:lstStyle>
            <a:lvl1pPr marL="0" indent="0" algn="ctr">
              <a:buNone/>
              <a:defRPr sz="1600"/>
            </a:lvl1pPr>
          </a:lstStyle>
          <a:p>
            <a:pPr lvl="0"/>
            <a:r>
              <a:rPr lang="en-US" dirty="0"/>
              <a:t>Enter row information</a:t>
            </a:r>
          </a:p>
        </p:txBody>
      </p:sp>
      <p:sp>
        <p:nvSpPr>
          <p:cNvPr id="66" name="Text Placeholder 4"/>
          <p:cNvSpPr>
            <a:spLocks noGrp="1"/>
          </p:cNvSpPr>
          <p:nvPr>
            <p:ph type="body" sz="quarter" idx="39" hasCustomPrompt="1"/>
          </p:nvPr>
        </p:nvSpPr>
        <p:spPr>
          <a:xfrm>
            <a:off x="-1816" y="4337022"/>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1" name="Text Placeholder 6"/>
          <p:cNvSpPr txBox="1">
            <a:spLocks/>
          </p:cNvSpPr>
          <p:nvPr userDrawn="1"/>
        </p:nvSpPr>
        <p:spPr>
          <a:xfrm>
            <a:off x="-1816" y="4962004"/>
            <a:ext cx="2103120" cy="612648"/>
          </a:xfrm>
          <a:prstGeom prst="rect">
            <a:avLst/>
          </a:prstGeom>
          <a:solidFill>
            <a:schemeClr val="accent1">
              <a:lumMod val="50000"/>
              <a:lumOff val="50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72" name="Text Placeholder 33"/>
          <p:cNvSpPr>
            <a:spLocks noGrp="1"/>
          </p:cNvSpPr>
          <p:nvPr>
            <p:ph type="body" sz="quarter" idx="40" hasCustomPrompt="1"/>
          </p:nvPr>
        </p:nvSpPr>
        <p:spPr>
          <a:xfrm>
            <a:off x="2117814" y="4962004"/>
            <a:ext cx="2377440" cy="612648"/>
          </a:xfrm>
        </p:spPr>
        <p:txBody>
          <a:bodyPr anchor="ctr">
            <a:normAutofit/>
          </a:bodyPr>
          <a:lstStyle>
            <a:lvl1pPr marL="0" indent="0" algn="ctr">
              <a:buNone/>
              <a:defRPr sz="1600"/>
            </a:lvl1pPr>
          </a:lstStyle>
          <a:p>
            <a:pPr lvl="0"/>
            <a:r>
              <a:rPr lang="en-US" dirty="0"/>
              <a:t>Enter row information</a:t>
            </a:r>
          </a:p>
        </p:txBody>
      </p:sp>
      <p:sp>
        <p:nvSpPr>
          <p:cNvPr id="73" name="Text Placeholder 33"/>
          <p:cNvSpPr>
            <a:spLocks noGrp="1"/>
          </p:cNvSpPr>
          <p:nvPr>
            <p:ph type="body" sz="quarter" idx="41" hasCustomPrompt="1"/>
          </p:nvPr>
        </p:nvSpPr>
        <p:spPr>
          <a:xfrm>
            <a:off x="4638569" y="4962004"/>
            <a:ext cx="2377440" cy="612648"/>
          </a:xfrm>
        </p:spPr>
        <p:txBody>
          <a:bodyPr anchor="ctr">
            <a:normAutofit/>
          </a:bodyPr>
          <a:lstStyle>
            <a:lvl1pPr marL="0" indent="0" algn="ctr">
              <a:buNone/>
              <a:defRPr sz="1600"/>
            </a:lvl1pPr>
          </a:lstStyle>
          <a:p>
            <a:pPr lvl="0"/>
            <a:r>
              <a:rPr lang="en-US" dirty="0"/>
              <a:t>Enter row information</a:t>
            </a:r>
          </a:p>
        </p:txBody>
      </p:sp>
      <p:sp>
        <p:nvSpPr>
          <p:cNvPr id="74" name="Text Placeholder 33"/>
          <p:cNvSpPr>
            <a:spLocks noGrp="1"/>
          </p:cNvSpPr>
          <p:nvPr>
            <p:ph type="body" sz="quarter" idx="42" hasCustomPrompt="1"/>
          </p:nvPr>
        </p:nvSpPr>
        <p:spPr>
          <a:xfrm>
            <a:off x="7159324" y="4962004"/>
            <a:ext cx="2377440" cy="612648"/>
          </a:xfrm>
        </p:spPr>
        <p:txBody>
          <a:bodyPr anchor="ctr">
            <a:normAutofit/>
          </a:bodyPr>
          <a:lstStyle>
            <a:lvl1pPr marL="0" indent="0" algn="ctr">
              <a:buNone/>
              <a:defRPr sz="1600"/>
            </a:lvl1pPr>
          </a:lstStyle>
          <a:p>
            <a:pPr lvl="0"/>
            <a:r>
              <a:rPr lang="en-US" dirty="0"/>
              <a:t>Enter row information</a:t>
            </a:r>
          </a:p>
        </p:txBody>
      </p:sp>
      <p:sp>
        <p:nvSpPr>
          <p:cNvPr id="75" name="Text Placeholder 4"/>
          <p:cNvSpPr>
            <a:spLocks noGrp="1"/>
          </p:cNvSpPr>
          <p:nvPr>
            <p:ph type="body" sz="quarter" idx="43" hasCustomPrompt="1"/>
          </p:nvPr>
        </p:nvSpPr>
        <p:spPr>
          <a:xfrm>
            <a:off x="-1816" y="4962004"/>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79" name="Text Placeholder 6"/>
          <p:cNvSpPr txBox="1">
            <a:spLocks/>
          </p:cNvSpPr>
          <p:nvPr userDrawn="1"/>
        </p:nvSpPr>
        <p:spPr>
          <a:xfrm>
            <a:off x="-1816" y="5586984"/>
            <a:ext cx="2103120" cy="612648"/>
          </a:xfrm>
          <a:prstGeom prst="rect">
            <a:avLst/>
          </a:prstGeom>
          <a:solidFill>
            <a:schemeClr val="accent4">
              <a:lumMod val="75000"/>
            </a:schemeClr>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3200" b="0"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dirty="0"/>
          </a:p>
        </p:txBody>
      </p:sp>
      <p:sp>
        <p:nvSpPr>
          <p:cNvPr id="80" name="Text Placeholder 33"/>
          <p:cNvSpPr>
            <a:spLocks noGrp="1"/>
          </p:cNvSpPr>
          <p:nvPr>
            <p:ph type="body" sz="quarter" idx="44" hasCustomPrompt="1"/>
          </p:nvPr>
        </p:nvSpPr>
        <p:spPr>
          <a:xfrm>
            <a:off x="2117814" y="5586984"/>
            <a:ext cx="2377440" cy="612648"/>
          </a:xfrm>
        </p:spPr>
        <p:txBody>
          <a:bodyPr anchor="ctr">
            <a:normAutofit/>
          </a:bodyPr>
          <a:lstStyle>
            <a:lvl1pPr marL="0" indent="0" algn="ctr">
              <a:buNone/>
              <a:defRPr sz="1600"/>
            </a:lvl1pPr>
          </a:lstStyle>
          <a:p>
            <a:pPr lvl="0"/>
            <a:r>
              <a:rPr lang="en-US" dirty="0"/>
              <a:t>Enter row information</a:t>
            </a:r>
          </a:p>
        </p:txBody>
      </p:sp>
      <p:sp>
        <p:nvSpPr>
          <p:cNvPr id="81" name="Text Placeholder 33"/>
          <p:cNvSpPr>
            <a:spLocks noGrp="1"/>
          </p:cNvSpPr>
          <p:nvPr>
            <p:ph type="body" sz="quarter" idx="45" hasCustomPrompt="1"/>
          </p:nvPr>
        </p:nvSpPr>
        <p:spPr>
          <a:xfrm>
            <a:off x="4638569" y="5586984"/>
            <a:ext cx="2377440" cy="612648"/>
          </a:xfrm>
        </p:spPr>
        <p:txBody>
          <a:bodyPr anchor="ctr">
            <a:normAutofit/>
          </a:bodyPr>
          <a:lstStyle>
            <a:lvl1pPr marL="0" indent="0" algn="ctr">
              <a:buNone/>
              <a:defRPr sz="1600"/>
            </a:lvl1pPr>
          </a:lstStyle>
          <a:p>
            <a:pPr lvl="0"/>
            <a:r>
              <a:rPr lang="en-US" dirty="0"/>
              <a:t>Enter row information</a:t>
            </a:r>
          </a:p>
        </p:txBody>
      </p:sp>
      <p:sp>
        <p:nvSpPr>
          <p:cNvPr id="82" name="Text Placeholder 33"/>
          <p:cNvSpPr>
            <a:spLocks noGrp="1"/>
          </p:cNvSpPr>
          <p:nvPr>
            <p:ph type="body" sz="quarter" idx="46" hasCustomPrompt="1"/>
          </p:nvPr>
        </p:nvSpPr>
        <p:spPr>
          <a:xfrm>
            <a:off x="7159324" y="5586984"/>
            <a:ext cx="2377440" cy="612648"/>
          </a:xfrm>
        </p:spPr>
        <p:txBody>
          <a:bodyPr anchor="ctr">
            <a:normAutofit/>
          </a:bodyPr>
          <a:lstStyle>
            <a:lvl1pPr marL="0" indent="0" algn="ctr">
              <a:buNone/>
              <a:defRPr sz="1600"/>
            </a:lvl1pPr>
          </a:lstStyle>
          <a:p>
            <a:pPr lvl="0"/>
            <a:r>
              <a:rPr lang="en-US" dirty="0"/>
              <a:t>Enter row information</a:t>
            </a:r>
          </a:p>
        </p:txBody>
      </p:sp>
      <p:sp>
        <p:nvSpPr>
          <p:cNvPr id="83" name="Text Placeholder 4"/>
          <p:cNvSpPr>
            <a:spLocks noGrp="1"/>
          </p:cNvSpPr>
          <p:nvPr>
            <p:ph type="body" sz="quarter" idx="47" hasCustomPrompt="1"/>
          </p:nvPr>
        </p:nvSpPr>
        <p:spPr>
          <a:xfrm>
            <a:off x="-1816" y="5586984"/>
            <a:ext cx="2103120" cy="612648"/>
          </a:xfrm>
        </p:spPr>
        <p:txBody>
          <a:bodyPr anchor="ctr">
            <a:no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Row Header</a:t>
            </a:r>
          </a:p>
        </p:txBody>
      </p:sp>
      <p:sp>
        <p:nvSpPr>
          <p:cNvPr id="90" name="Text Placeholder 31"/>
          <p:cNvSpPr>
            <a:spLocks noGrp="1"/>
          </p:cNvSpPr>
          <p:nvPr>
            <p:ph type="body" sz="quarter" idx="48" hasCustomPrompt="1"/>
          </p:nvPr>
        </p:nvSpPr>
        <p:spPr>
          <a:xfrm>
            <a:off x="9680078" y="1161905"/>
            <a:ext cx="2377440" cy="685800"/>
          </a:xfrm>
        </p:spPr>
        <p:txBody>
          <a:bodyPr anchor="ctr">
            <a:normAutofit/>
          </a:bodyPr>
          <a:lstStyle>
            <a:lvl1pPr marL="0" indent="0" algn="ctr">
              <a:buNone/>
              <a:defRPr sz="2000" b="0">
                <a:latin typeface="Amazon Ember" panose="02000000000000000000" pitchFamily="2" charset="0"/>
                <a:ea typeface="Amazon Ember" panose="02000000000000000000" pitchFamily="2" charset="0"/>
              </a:defRPr>
            </a:lvl1pPr>
          </a:lstStyle>
          <a:p>
            <a:pPr lvl="0"/>
            <a:r>
              <a:rPr lang="en-US" dirty="0"/>
              <a:t>Column Header</a:t>
            </a:r>
          </a:p>
        </p:txBody>
      </p:sp>
      <p:sp>
        <p:nvSpPr>
          <p:cNvPr id="91" name="Text Placeholder 33"/>
          <p:cNvSpPr>
            <a:spLocks noGrp="1"/>
          </p:cNvSpPr>
          <p:nvPr>
            <p:ph type="body" sz="quarter" idx="49" hasCustomPrompt="1"/>
          </p:nvPr>
        </p:nvSpPr>
        <p:spPr>
          <a:xfrm>
            <a:off x="9680078" y="1837094"/>
            <a:ext cx="2377440" cy="612648"/>
          </a:xfrm>
        </p:spPr>
        <p:txBody>
          <a:bodyPr anchor="ctr">
            <a:normAutofit/>
          </a:bodyPr>
          <a:lstStyle>
            <a:lvl1pPr marL="0" indent="0" algn="ctr">
              <a:buNone/>
              <a:defRPr sz="1600"/>
            </a:lvl1pPr>
          </a:lstStyle>
          <a:p>
            <a:pPr lvl="0"/>
            <a:r>
              <a:rPr lang="en-US" dirty="0"/>
              <a:t>Enter row information</a:t>
            </a:r>
          </a:p>
        </p:txBody>
      </p:sp>
      <p:sp>
        <p:nvSpPr>
          <p:cNvPr id="92" name="Text Placeholder 33"/>
          <p:cNvSpPr>
            <a:spLocks noGrp="1"/>
          </p:cNvSpPr>
          <p:nvPr>
            <p:ph type="body" sz="quarter" idx="50" hasCustomPrompt="1"/>
          </p:nvPr>
        </p:nvSpPr>
        <p:spPr>
          <a:xfrm>
            <a:off x="9680078" y="2462076"/>
            <a:ext cx="2377440" cy="612648"/>
          </a:xfrm>
        </p:spPr>
        <p:txBody>
          <a:bodyPr anchor="ctr">
            <a:normAutofit/>
          </a:bodyPr>
          <a:lstStyle>
            <a:lvl1pPr marL="0" indent="0" algn="ctr">
              <a:buNone/>
              <a:defRPr sz="1600"/>
            </a:lvl1pPr>
          </a:lstStyle>
          <a:p>
            <a:pPr lvl="0"/>
            <a:r>
              <a:rPr lang="en-US" dirty="0"/>
              <a:t>Enter row information</a:t>
            </a:r>
          </a:p>
        </p:txBody>
      </p:sp>
      <p:sp>
        <p:nvSpPr>
          <p:cNvPr id="93" name="Text Placeholder 33"/>
          <p:cNvSpPr>
            <a:spLocks noGrp="1"/>
          </p:cNvSpPr>
          <p:nvPr>
            <p:ph type="body" sz="quarter" idx="51" hasCustomPrompt="1"/>
          </p:nvPr>
        </p:nvSpPr>
        <p:spPr>
          <a:xfrm>
            <a:off x="9680078" y="3087058"/>
            <a:ext cx="2377440" cy="612648"/>
          </a:xfrm>
        </p:spPr>
        <p:txBody>
          <a:bodyPr anchor="ctr">
            <a:normAutofit/>
          </a:bodyPr>
          <a:lstStyle>
            <a:lvl1pPr marL="0" indent="0" algn="ctr">
              <a:buNone/>
              <a:defRPr sz="1600"/>
            </a:lvl1pPr>
          </a:lstStyle>
          <a:p>
            <a:pPr lvl="0"/>
            <a:r>
              <a:rPr lang="en-US" dirty="0"/>
              <a:t>Enter row information</a:t>
            </a:r>
          </a:p>
        </p:txBody>
      </p:sp>
      <p:sp>
        <p:nvSpPr>
          <p:cNvPr id="94" name="Text Placeholder 33"/>
          <p:cNvSpPr>
            <a:spLocks noGrp="1"/>
          </p:cNvSpPr>
          <p:nvPr>
            <p:ph type="body" sz="quarter" idx="52" hasCustomPrompt="1"/>
          </p:nvPr>
        </p:nvSpPr>
        <p:spPr>
          <a:xfrm>
            <a:off x="9680078" y="3712040"/>
            <a:ext cx="2377440" cy="612648"/>
          </a:xfrm>
        </p:spPr>
        <p:txBody>
          <a:bodyPr anchor="ctr">
            <a:normAutofit/>
          </a:bodyPr>
          <a:lstStyle>
            <a:lvl1pPr marL="0" indent="0" algn="ctr">
              <a:buNone/>
              <a:defRPr sz="1600"/>
            </a:lvl1pPr>
          </a:lstStyle>
          <a:p>
            <a:pPr lvl="0"/>
            <a:r>
              <a:rPr lang="en-US" dirty="0"/>
              <a:t>Enter row information</a:t>
            </a:r>
          </a:p>
        </p:txBody>
      </p:sp>
      <p:sp>
        <p:nvSpPr>
          <p:cNvPr id="95" name="Text Placeholder 33"/>
          <p:cNvSpPr>
            <a:spLocks noGrp="1"/>
          </p:cNvSpPr>
          <p:nvPr>
            <p:ph type="body" sz="quarter" idx="53" hasCustomPrompt="1"/>
          </p:nvPr>
        </p:nvSpPr>
        <p:spPr>
          <a:xfrm>
            <a:off x="9680078" y="4337022"/>
            <a:ext cx="2377440" cy="612648"/>
          </a:xfrm>
        </p:spPr>
        <p:txBody>
          <a:bodyPr anchor="ctr">
            <a:normAutofit/>
          </a:bodyPr>
          <a:lstStyle>
            <a:lvl1pPr marL="0" indent="0" algn="ctr">
              <a:buNone/>
              <a:defRPr sz="1600"/>
            </a:lvl1pPr>
          </a:lstStyle>
          <a:p>
            <a:pPr lvl="0"/>
            <a:r>
              <a:rPr lang="en-US" dirty="0"/>
              <a:t>Enter row information</a:t>
            </a:r>
          </a:p>
        </p:txBody>
      </p:sp>
      <p:sp>
        <p:nvSpPr>
          <p:cNvPr id="97" name="Text Placeholder 33"/>
          <p:cNvSpPr>
            <a:spLocks noGrp="1"/>
          </p:cNvSpPr>
          <p:nvPr>
            <p:ph type="body" sz="quarter" idx="54" hasCustomPrompt="1"/>
          </p:nvPr>
        </p:nvSpPr>
        <p:spPr>
          <a:xfrm>
            <a:off x="9680078" y="4962004"/>
            <a:ext cx="2377440" cy="612648"/>
          </a:xfrm>
        </p:spPr>
        <p:txBody>
          <a:bodyPr anchor="ctr">
            <a:normAutofit/>
          </a:bodyPr>
          <a:lstStyle>
            <a:lvl1pPr marL="0" indent="0" algn="ctr">
              <a:buNone/>
              <a:defRPr sz="1600"/>
            </a:lvl1pPr>
          </a:lstStyle>
          <a:p>
            <a:pPr lvl="0"/>
            <a:r>
              <a:rPr lang="en-US" dirty="0"/>
              <a:t>Enter row information</a:t>
            </a:r>
          </a:p>
        </p:txBody>
      </p:sp>
      <p:sp>
        <p:nvSpPr>
          <p:cNvPr id="99" name="Text Placeholder 33"/>
          <p:cNvSpPr>
            <a:spLocks noGrp="1"/>
          </p:cNvSpPr>
          <p:nvPr>
            <p:ph type="body" sz="quarter" idx="55" hasCustomPrompt="1"/>
          </p:nvPr>
        </p:nvSpPr>
        <p:spPr>
          <a:xfrm>
            <a:off x="9680078" y="5586984"/>
            <a:ext cx="2377440" cy="612648"/>
          </a:xfrm>
        </p:spPr>
        <p:txBody>
          <a:bodyPr anchor="ctr">
            <a:normAutofit/>
          </a:bodyPr>
          <a:lstStyle>
            <a:lvl1pPr marL="0" indent="0" algn="ctr">
              <a:buNone/>
              <a:defRPr sz="1600"/>
            </a:lvl1pPr>
          </a:lstStyle>
          <a:p>
            <a:pPr lvl="0"/>
            <a:r>
              <a:rPr lang="en-US" dirty="0"/>
              <a:t>Enter row information</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F117EACD-31BA-5546-8DC5-A7D4FA41B908}"/>
              </a:ext>
            </a:extLst>
          </p:cNvPr>
          <p:cNvSpPr>
            <a:spLocks noGrp="1"/>
          </p:cNvSpPr>
          <p:nvPr>
            <p:ph type="title" hasCustomPrompt="1"/>
          </p:nvPr>
        </p:nvSpPr>
        <p:spPr>
          <a:xfrm>
            <a:off x="419100" y="365125"/>
            <a:ext cx="9034272" cy="474119"/>
          </a:xfrm>
        </p:spPr>
        <p:txBody>
          <a:bodyPr>
            <a:noAutofit/>
          </a:bodyPr>
          <a:lstStyle>
            <a:lvl1pPr>
              <a:defRPr sz="4000">
                <a:solidFill>
                  <a:schemeClr val="bg1"/>
                </a:solidFill>
              </a:defRPr>
            </a:lvl1pPr>
          </a:lstStyle>
          <a:p>
            <a:r>
              <a:rPr lang="en-US" dirty="0"/>
              <a:t>Click to edit title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cxnSp>
        <p:nvCxnSpPr>
          <p:cNvPr id="60" name="Straight Connector 59"/>
          <p:cNvCxnSpPr/>
          <p:nvPr userDrawn="1"/>
        </p:nvCxnSpPr>
        <p:spPr>
          <a:xfrm>
            <a:off x="-1816" y="6199632"/>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1816" y="2449742"/>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16" y="3074724"/>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1816" y="3699706"/>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a:xfrm>
            <a:off x="-1816" y="4324688"/>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1816" y="4949670"/>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1816" y="5574652"/>
            <a:ext cx="12207240"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24937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3">
                                            <p:txEl>
                                              <p:pRg st="0" end="0"/>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4">
                                            <p:txEl>
                                              <p:pRg st="0" end="0"/>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5">
                                            <p:txEl>
                                              <p:pRg st="0" end="0"/>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6">
                                            <p:txEl>
                                              <p:pRg st="0" end="0"/>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2">
                                            <p:txEl>
                                              <p:pRg st="0" end="0"/>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3">
                                            <p:txEl>
                                              <p:pRg st="0" end="0"/>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xEl>
                                              <p:pRg st="0" end="0"/>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5">
                                            <p:txEl>
                                              <p:pRg st="0" end="0"/>
                                            </p:tx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0">
                                            <p:txEl>
                                              <p:pRg st="0" end="0"/>
                                            </p:tx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1">
                                            <p:txEl>
                                              <p:pRg st="0" end="0"/>
                                            </p:tx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2">
                                            <p:txEl>
                                              <p:pRg st="0" end="0"/>
                                            </p:txEl>
                                          </p:spTgt>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3">
                                            <p:txEl>
                                              <p:pRg st="0" end="0"/>
                                            </p:tx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9">
                                            <p:txEl>
                                              <p:pRg st="0" end="0"/>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35" grpId="0" build="p">
        <p:tmplLst>
          <p:tmpl lvl="1">
            <p:tnLst>
              <p:par>
                <p:cTn presetID="1"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childTnLst>
                </p:cTn>
              </p:par>
            </p:tnLst>
          </p:tmpl>
        </p:tmplLst>
      </p:bldP>
      <p:bldP spid="36" grpId="0" build="p">
        <p:tmplLst>
          <p:tmpl lvl="1">
            <p:tnLst>
              <p:par>
                <p:cTn presetID="1"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childTnLst>
                </p:cTn>
              </p:par>
            </p:tnLst>
          </p:tmpl>
        </p:tmplLst>
      </p:bldP>
      <p:bldP spid="38" grpId="0" build="p">
        <p:tmplLst>
          <p:tmpl lvl="1">
            <p:tnLst>
              <p:par>
                <p:cTn presetID="1"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childTnLst>
                </p:cTn>
              </p:par>
            </p:tnLst>
          </p:tmpl>
        </p:tmplLst>
      </p:bldP>
      <p:bldP spid="39" grpId="0" build="p">
        <p:tmplLst>
          <p:tmpl lvl="1">
            <p:tnLst>
              <p:par>
                <p:cTn presetID="1"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childTnLst>
                </p:cTn>
              </p:par>
            </p:tnLst>
          </p:tmpl>
        </p:tmplLst>
      </p:bldP>
      <p:bldP spid="43" grpId="0" animBg="1"/>
      <p:bldP spid="47" grpId="0" build="p">
        <p:tmplLst>
          <p:tmpl lvl="1">
            <p:tnLst>
              <p:par>
                <p:cTn presetID="1"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childTnLst>
                </p:cTn>
              </p:par>
            </p:tnLst>
          </p:tmpl>
        </p:tmplLst>
      </p:bldP>
      <p:bldP spid="48" grpId="0" build="p">
        <p:tmplLst>
          <p:tmpl lvl="1">
            <p:tnLst>
              <p:par>
                <p:cTn presetID="1"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childTnLst>
                </p:cTn>
              </p:par>
            </p:tnLst>
          </p:tmpl>
        </p:tmplLst>
      </p:bldP>
      <p:bldP spid="44" grpId="0" build="p">
        <p:tmplLst>
          <p:tmpl lvl="1">
            <p:tnLst>
              <p:par>
                <p:cTn presetID="1"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childTnLst>
                </p:cTn>
              </p:par>
            </p:tnLst>
          </p:tmpl>
        </p:tmplLst>
      </p:bldP>
      <p:bldP spid="45" grpId="0" build="p">
        <p:tmplLst>
          <p:tmpl lvl="1">
            <p:tnLst>
              <p:par>
                <p:cTn presetID="1"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childTnLst>
                </p:cTn>
              </p:par>
            </p:tnLst>
          </p:tmpl>
        </p:tmplLst>
      </p:bldP>
      <p:bldP spid="49" grpId="0" build="p">
        <p:tmplLst>
          <p:tmpl lvl="1">
            <p:tnLst>
              <p:par>
                <p:cTn presetID="1"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childTnLst>
                </p:cTn>
              </p:par>
            </p:tnLst>
          </p:tmpl>
        </p:tmplLst>
      </p:bldP>
      <p:bldP spid="50" grpId="0" build="p">
        <p:tmplLst>
          <p:tmpl lvl="1">
            <p:tnLst>
              <p:par>
                <p:cTn presetID="1"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childTnLst>
                </p:cTn>
              </p:par>
            </p:tnLst>
          </p:tmpl>
        </p:tmplLst>
      </p:bldP>
      <p:bldP spid="51" grpId="0" build="p">
        <p:tmplLst>
          <p:tmpl lvl="1">
            <p:tnLst>
              <p:par>
                <p:cTn presetID="1"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childTnLst>
                </p:cTn>
              </p:par>
            </p:tnLst>
          </p:tmpl>
        </p:tmplLst>
      </p:bldP>
      <p:bldP spid="53" grpId="0" build="p">
        <p:tmplLst>
          <p:tmpl lvl="1">
            <p:tnLst>
              <p:par>
                <p:cTn presetID="1" presetClass="entr" presetSubtype="0" fill="hold" nodeType="withEffect">
                  <p:stCondLst>
                    <p:cond delay="0"/>
                  </p:stCondLst>
                  <p:childTnLst>
                    <p:set>
                      <p:cBhvr>
                        <p:cTn dur="1" fill="hold">
                          <p:stCondLst>
                            <p:cond delay="0"/>
                          </p:stCondLst>
                        </p:cTn>
                        <p:tgtEl>
                          <p:spTgt spid="53"/>
                        </p:tgtEl>
                        <p:attrNameLst>
                          <p:attrName>style.visibility</p:attrName>
                        </p:attrNameLst>
                      </p:cBhvr>
                      <p:to>
                        <p:strVal val="visible"/>
                      </p:to>
                    </p:set>
                  </p:childTnLst>
                </p:cTn>
              </p:par>
            </p:tnLst>
          </p:tmpl>
        </p:tmplLst>
      </p:bldP>
      <p:bldP spid="62" grpId="0" animBg="1"/>
      <p:bldP spid="63" grpId="0" build="p">
        <p:tmplLst>
          <p:tmpl lvl="1">
            <p:tnLst>
              <p:par>
                <p:cTn presetID="1"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childTnLst>
                </p:cTn>
              </p:par>
            </p:tnLst>
          </p:tmpl>
        </p:tmplLst>
      </p:bldP>
      <p:bldP spid="64" grpId="0" build="p">
        <p:tmplLst>
          <p:tmpl lvl="1">
            <p:tnLst>
              <p:par>
                <p:cTn presetID="1"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childTnLst>
                </p:cTn>
              </p:par>
            </p:tnLst>
          </p:tmpl>
        </p:tmplLst>
      </p:bldP>
      <p:bldP spid="65" grpId="0" build="p">
        <p:tmplLst>
          <p:tmpl lvl="1">
            <p:tnLst>
              <p:par>
                <p:cTn presetID="1"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childTnLst>
                </p:cTn>
              </p:par>
            </p:tnLst>
          </p:tmpl>
        </p:tmplLst>
      </p:bldP>
      <p:bldP spid="66" grpId="0" build="p">
        <p:tmplLst>
          <p:tmpl lvl="1">
            <p:tnLst>
              <p:par>
                <p:cTn presetID="1"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childTnLst>
                </p:cTn>
              </p:par>
            </p:tnLst>
          </p:tmpl>
        </p:tmplLst>
      </p:bldP>
      <p:bldP spid="71" grpId="0" animBg="1"/>
      <p:bldP spid="72" grpId="0" build="p">
        <p:tmplLst>
          <p:tmpl lvl="1">
            <p:tnLst>
              <p:par>
                <p:cTn presetID="1"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childTnLst>
                </p:cTn>
              </p:par>
            </p:tnLst>
          </p:tmpl>
        </p:tmplLst>
      </p:bldP>
      <p:bldP spid="73" grpId="0" build="p">
        <p:tmplLst>
          <p:tmpl lvl="1">
            <p:tnLst>
              <p:par>
                <p:cTn presetID="1" presetClass="entr" presetSubtype="0" fill="hold" nodeType="withEffect">
                  <p:stCondLst>
                    <p:cond delay="0"/>
                  </p:stCondLst>
                  <p:childTnLst>
                    <p:set>
                      <p:cBhvr>
                        <p:cTn dur="1" fill="hold">
                          <p:stCondLst>
                            <p:cond delay="0"/>
                          </p:stCondLst>
                        </p:cTn>
                        <p:tgtEl>
                          <p:spTgt spid="73"/>
                        </p:tgtEl>
                        <p:attrNameLst>
                          <p:attrName>style.visibility</p:attrName>
                        </p:attrNameLst>
                      </p:cBhvr>
                      <p:to>
                        <p:strVal val="visible"/>
                      </p:to>
                    </p:set>
                  </p:childTnLst>
                </p:cTn>
              </p:par>
            </p:tnLst>
          </p:tmpl>
        </p:tmplLst>
      </p:bldP>
      <p:bldP spid="74" grpId="0" build="p">
        <p:tmplLst>
          <p:tmpl lvl="1">
            <p:tnLst>
              <p:par>
                <p:cTn presetID="1" presetClass="entr" presetSubtype="0" fill="hold" nodeType="withEffect">
                  <p:stCondLst>
                    <p:cond delay="0"/>
                  </p:stCondLst>
                  <p:childTnLst>
                    <p:set>
                      <p:cBhvr>
                        <p:cTn dur="1" fill="hold">
                          <p:stCondLst>
                            <p:cond delay="0"/>
                          </p:stCondLst>
                        </p:cTn>
                        <p:tgtEl>
                          <p:spTgt spid="74"/>
                        </p:tgtEl>
                        <p:attrNameLst>
                          <p:attrName>style.visibility</p:attrName>
                        </p:attrNameLst>
                      </p:cBhvr>
                      <p:to>
                        <p:strVal val="visible"/>
                      </p:to>
                    </p:set>
                  </p:childTnLst>
                </p:cTn>
              </p:par>
            </p:tnLst>
          </p:tmpl>
        </p:tmplLst>
      </p:bldP>
      <p:bldP spid="75" grpId="0" build="p">
        <p:tmplLst>
          <p:tmpl lvl="1">
            <p:tnLst>
              <p:par>
                <p:cTn presetID="1"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childTnLst>
                </p:cTn>
              </p:par>
            </p:tnLst>
          </p:tmpl>
        </p:tmplLst>
      </p:bldP>
      <p:bldP spid="79" grpId="0" animBg="1"/>
      <p:bldP spid="80" grpId="0" build="p">
        <p:tmplLst>
          <p:tmpl lvl="1">
            <p:tnLst>
              <p:par>
                <p:cTn presetID="1" presetClass="entr" presetSubtype="0" fill="hold" nodeType="withEffect">
                  <p:stCondLst>
                    <p:cond delay="0"/>
                  </p:stCondLst>
                  <p:childTnLst>
                    <p:set>
                      <p:cBhvr>
                        <p:cTn dur="1" fill="hold">
                          <p:stCondLst>
                            <p:cond delay="0"/>
                          </p:stCondLst>
                        </p:cTn>
                        <p:tgtEl>
                          <p:spTgt spid="80"/>
                        </p:tgtEl>
                        <p:attrNameLst>
                          <p:attrName>style.visibility</p:attrName>
                        </p:attrNameLst>
                      </p:cBhvr>
                      <p:to>
                        <p:strVal val="visible"/>
                      </p:to>
                    </p:set>
                  </p:childTnLst>
                </p:cTn>
              </p:par>
            </p:tnLst>
          </p:tmpl>
        </p:tmplLst>
      </p:bldP>
      <p:bldP spid="81" grpId="0" build="p">
        <p:tmplLst>
          <p:tmpl lvl="1">
            <p:tnLst>
              <p:par>
                <p:cTn presetID="1"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childTnLst>
                </p:cTn>
              </p:par>
            </p:tnLst>
          </p:tmpl>
        </p:tmplLst>
      </p:bldP>
      <p:bldP spid="82" grpId="0" build="p">
        <p:tmplLst>
          <p:tmpl lvl="1">
            <p:tnLst>
              <p:par>
                <p:cTn presetID="1" presetClass="entr" presetSubtype="0" fill="hold" nodeType="withEffect">
                  <p:stCondLst>
                    <p:cond delay="0"/>
                  </p:stCondLst>
                  <p:childTnLst>
                    <p:set>
                      <p:cBhvr>
                        <p:cTn dur="1" fill="hold">
                          <p:stCondLst>
                            <p:cond delay="0"/>
                          </p:stCondLst>
                        </p:cTn>
                        <p:tgtEl>
                          <p:spTgt spid="82"/>
                        </p:tgtEl>
                        <p:attrNameLst>
                          <p:attrName>style.visibility</p:attrName>
                        </p:attrNameLst>
                      </p:cBhvr>
                      <p:to>
                        <p:strVal val="visible"/>
                      </p:to>
                    </p:set>
                  </p:childTnLst>
                </p:cTn>
              </p:par>
            </p:tnLst>
          </p:tmpl>
        </p:tmplLst>
      </p:bldP>
      <p:bldP spid="83" grpId="0" build="p">
        <p:tmplLst>
          <p:tmpl lvl="1">
            <p:tnLst>
              <p:par>
                <p:cTn presetID="1" presetClass="entr" presetSubtype="0" fill="hold" nodeType="withEffect">
                  <p:stCondLst>
                    <p:cond delay="0"/>
                  </p:stCondLst>
                  <p:childTnLst>
                    <p:set>
                      <p:cBhvr>
                        <p:cTn dur="1" fill="hold">
                          <p:stCondLst>
                            <p:cond delay="0"/>
                          </p:stCondLst>
                        </p:cTn>
                        <p:tgtEl>
                          <p:spTgt spid="83"/>
                        </p:tgtEl>
                        <p:attrNameLst>
                          <p:attrName>style.visibility</p:attrName>
                        </p:attrNameLst>
                      </p:cBhvr>
                      <p:to>
                        <p:strVal val="visible"/>
                      </p:to>
                    </p:set>
                  </p:childTnLst>
                </p:cTn>
              </p:par>
            </p:tnLst>
          </p:tmpl>
        </p:tmplLst>
      </p:bldP>
      <p:bldP spid="92" grpId="0" build="p">
        <p:tmplLst>
          <p:tmpl lvl="1">
            <p:tnLst>
              <p:par>
                <p:cTn presetID="1" presetClass="entr" presetSubtype="0" fill="hold" nodeType="withEffect">
                  <p:stCondLst>
                    <p:cond delay="0"/>
                  </p:stCondLst>
                  <p:childTnLst>
                    <p:set>
                      <p:cBhvr>
                        <p:cTn dur="1" fill="hold">
                          <p:stCondLst>
                            <p:cond delay="0"/>
                          </p:stCondLst>
                        </p:cTn>
                        <p:tgtEl>
                          <p:spTgt spid="92"/>
                        </p:tgtEl>
                        <p:attrNameLst>
                          <p:attrName>style.visibility</p:attrName>
                        </p:attrNameLst>
                      </p:cBhvr>
                      <p:to>
                        <p:strVal val="visible"/>
                      </p:to>
                    </p:set>
                  </p:childTnLst>
                </p:cTn>
              </p:par>
            </p:tnLst>
          </p:tmpl>
        </p:tmplLst>
      </p:bldP>
      <p:bldP spid="93" grpId="0" build="p">
        <p:tmplLst>
          <p:tmpl lvl="1">
            <p:tnLst>
              <p:par>
                <p:cTn presetID="1"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childTnLst>
                </p:cTn>
              </p:par>
            </p:tnLst>
          </p:tmpl>
        </p:tmplLst>
      </p:bldP>
      <p:bldP spid="94" grpId="0" build="p">
        <p:tmplLst>
          <p:tmpl lvl="1">
            <p:tnLst>
              <p:par>
                <p:cTn presetID="1" presetClass="entr" presetSubtype="0" fill="hold" nodeType="withEffect">
                  <p:stCondLst>
                    <p:cond delay="0"/>
                  </p:stCondLst>
                  <p:childTnLst>
                    <p:set>
                      <p:cBhvr>
                        <p:cTn dur="1" fill="hold">
                          <p:stCondLst>
                            <p:cond delay="0"/>
                          </p:stCondLst>
                        </p:cTn>
                        <p:tgtEl>
                          <p:spTgt spid="94"/>
                        </p:tgtEl>
                        <p:attrNameLst>
                          <p:attrName>style.visibility</p:attrName>
                        </p:attrNameLst>
                      </p:cBhvr>
                      <p:to>
                        <p:strVal val="visible"/>
                      </p:to>
                    </p:set>
                  </p:childTnLst>
                </p:cTn>
              </p:par>
            </p:tnLst>
          </p:tmpl>
        </p:tmplLst>
      </p:bldP>
      <p:bldP spid="95" grpId="0" build="p">
        <p:tmplLst>
          <p:tmpl lvl="1">
            <p:tnLst>
              <p:par>
                <p:cTn presetID="1" presetClass="entr" presetSubtype="0" fill="hold" nodeType="withEffect">
                  <p:stCondLst>
                    <p:cond delay="0"/>
                  </p:stCondLst>
                  <p:childTnLst>
                    <p:set>
                      <p:cBhvr>
                        <p:cTn dur="1" fill="hold">
                          <p:stCondLst>
                            <p:cond delay="0"/>
                          </p:stCondLst>
                        </p:cTn>
                        <p:tgtEl>
                          <p:spTgt spid="95"/>
                        </p:tgtEl>
                        <p:attrNameLst>
                          <p:attrName>style.visibility</p:attrName>
                        </p:attrNameLst>
                      </p:cBhvr>
                      <p:to>
                        <p:strVal val="visible"/>
                      </p:to>
                    </p:set>
                  </p:childTnLst>
                </p:cTn>
              </p:par>
            </p:tnLst>
          </p:tmpl>
        </p:tmplLst>
      </p:bldP>
      <p:bldP spid="97" grpId="0" build="p">
        <p:tmplLst>
          <p:tmpl lvl="1">
            <p:tnLst>
              <p:par>
                <p:cTn presetID="1" presetClass="entr" presetSubtype="0" fill="hold" nodeType="withEffect">
                  <p:stCondLst>
                    <p:cond delay="0"/>
                  </p:stCondLst>
                  <p:childTnLst>
                    <p:set>
                      <p:cBhvr>
                        <p:cTn dur="1" fill="hold">
                          <p:stCondLst>
                            <p:cond delay="0"/>
                          </p:stCondLst>
                        </p:cTn>
                        <p:tgtEl>
                          <p:spTgt spid="97"/>
                        </p:tgtEl>
                        <p:attrNameLst>
                          <p:attrName>style.visibility</p:attrName>
                        </p:attrNameLst>
                      </p:cBhvr>
                      <p:to>
                        <p:strVal val="visible"/>
                      </p:to>
                    </p:set>
                  </p:childTnLst>
                </p:cTn>
              </p:par>
            </p:tnLst>
          </p:tmpl>
        </p:tmplLst>
      </p:bldP>
      <p:bldP spid="99" grpId="0" build="p">
        <p:tmplLst>
          <p:tmpl lvl="1">
            <p:tnLst>
              <p:par>
                <p:cTn presetID="1" presetClass="entr" presetSubtype="0" fill="hold" nodeType="withEffect">
                  <p:stCondLst>
                    <p:cond delay="0"/>
                  </p:stCondLst>
                  <p:childTnLst>
                    <p:set>
                      <p:cBhvr>
                        <p:cTn dur="1" fill="hold">
                          <p:stCondLst>
                            <p:cond delay="0"/>
                          </p:stCondLst>
                        </p:cTn>
                        <p:tgtEl>
                          <p:spTgt spid="99"/>
                        </p:tgtEl>
                        <p:attrNameLst>
                          <p:attrName>style.visibility</p:attrName>
                        </p:attrNameLst>
                      </p:cBhvr>
                      <p:to>
                        <p:strVal val="visible"/>
                      </p:to>
                    </p:set>
                  </p:childTnLst>
                </p:cTn>
              </p:par>
            </p:tnLst>
          </p:tmpl>
        </p:tmplLst>
      </p:bldP>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theme" Target="../theme/theme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tags" Target="../tags/tag36.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Tree>
    <p:custDataLst>
      <p:tags r:id="rId41"/>
    </p:custDataLst>
    <p:extLst>
      <p:ext uri="{BB962C8B-B14F-4D97-AF65-F5344CB8AC3E}">
        <p14:creationId xmlns:p14="http://schemas.microsoft.com/office/powerpoint/2010/main" val="2772879459"/>
      </p:ext>
    </p:extLst>
  </p:cSld>
  <p:clrMap bg1="lt1" tx1="dk1" bg2="lt2" tx2="dk2" accent1="accent1" accent2="accent2" accent3="accent3" accent4="accent4" accent5="accent5" accent6="accent6" hlink="hlink" folHlink="folHlink"/>
  <p:sldLayoutIdLst>
    <p:sldLayoutId id="2147483664" r:id="rId1"/>
    <p:sldLayoutId id="2147483693" r:id="rId2"/>
    <p:sldLayoutId id="2147483694" r:id="rId3"/>
    <p:sldLayoutId id="2147483695" r:id="rId4"/>
    <p:sldLayoutId id="2147483696" r:id="rId5"/>
    <p:sldLayoutId id="2147483663" r:id="rId6"/>
    <p:sldLayoutId id="2147483669" r:id="rId7"/>
    <p:sldLayoutId id="2147483682" r:id="rId8"/>
    <p:sldLayoutId id="2147483683" r:id="rId9"/>
    <p:sldLayoutId id="2147483684" r:id="rId10"/>
    <p:sldLayoutId id="2147483667" r:id="rId11"/>
    <p:sldLayoutId id="2147483650" r:id="rId12"/>
    <p:sldLayoutId id="2147483685" r:id="rId13"/>
    <p:sldLayoutId id="2147483697" r:id="rId14"/>
    <p:sldLayoutId id="2147483686" r:id="rId15"/>
    <p:sldLayoutId id="2147483687" r:id="rId16"/>
    <p:sldLayoutId id="2147483688" r:id="rId17"/>
    <p:sldLayoutId id="2147483689" r:id="rId18"/>
    <p:sldLayoutId id="2147483690" r:id="rId19"/>
    <p:sldLayoutId id="2147483649" r:id="rId20"/>
    <p:sldLayoutId id="2147483651" r:id="rId21"/>
    <p:sldLayoutId id="2147483652" r:id="rId22"/>
    <p:sldLayoutId id="2147483679" r:id="rId23"/>
    <p:sldLayoutId id="2147483661" r:id="rId24"/>
    <p:sldLayoutId id="2147483653" r:id="rId25"/>
    <p:sldLayoutId id="2147483671" r:id="rId26"/>
    <p:sldLayoutId id="2147483657" r:id="rId27"/>
    <p:sldLayoutId id="2147483659" r:id="rId28"/>
    <p:sldLayoutId id="2147483678" r:id="rId29"/>
    <p:sldLayoutId id="2147483668" r:id="rId30"/>
    <p:sldLayoutId id="2147483691" r:id="rId31"/>
    <p:sldLayoutId id="2147483692" r:id="rId32"/>
    <p:sldLayoutId id="2147483660" r:id="rId33"/>
    <p:sldLayoutId id="2147483762" r:id="rId34"/>
    <p:sldLayoutId id="2147483763" r:id="rId35"/>
    <p:sldLayoutId id="2147483764" r:id="rId36"/>
    <p:sldLayoutId id="2147483765" r:id="rId37"/>
    <p:sldLayoutId id="2147483766" r:id="rId38"/>
    <p:sldLayoutId id="2147483767" r:id="rId39"/>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64" userDrawn="1">
          <p15:clr>
            <a:srgbClr val="F26B43"/>
          </p15:clr>
        </p15:guide>
        <p15:guide id="4" pos="74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Tree>
    <p:custDataLst>
      <p:tags r:id="rId19"/>
    </p:custDataLst>
    <p:extLst>
      <p:ext uri="{BB962C8B-B14F-4D97-AF65-F5344CB8AC3E}">
        <p14:creationId xmlns:p14="http://schemas.microsoft.com/office/powerpoint/2010/main" val="1187653752"/>
      </p:ext>
    </p:extLst>
  </p:cSld>
  <p:clrMap bg1="lt1" tx1="dk1" bg2="lt2" tx2="dk2" accent1="accent1" accent2="accent2" accent3="accent3" accent4="accent4" accent5="accent5" accent6="accent6" hlink="hlink" folHlink="folHlink"/>
  <p:sldLayoutIdLst>
    <p:sldLayoutId id="2147483744" r:id="rId1"/>
    <p:sldLayoutId id="2147483761" r:id="rId2"/>
    <p:sldLayoutId id="2147483753" r:id="rId3"/>
    <p:sldLayoutId id="2147483745" r:id="rId4"/>
    <p:sldLayoutId id="2147483746" r:id="rId5"/>
    <p:sldLayoutId id="2147483749" r:id="rId6"/>
    <p:sldLayoutId id="2147483754" r:id="rId7"/>
    <p:sldLayoutId id="2147483757" r:id="rId8"/>
    <p:sldLayoutId id="2147483747" r:id="rId9"/>
    <p:sldLayoutId id="2147483748" r:id="rId10"/>
    <p:sldLayoutId id="2147483750" r:id="rId11"/>
    <p:sldLayoutId id="2147483751" r:id="rId12"/>
    <p:sldLayoutId id="2147483755" r:id="rId13"/>
    <p:sldLayoutId id="2147483756" r:id="rId14"/>
    <p:sldLayoutId id="2147483758" r:id="rId15"/>
    <p:sldLayoutId id="2147483752" r:id="rId16"/>
    <p:sldLayoutId id="2147483759" r:id="rId17"/>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10.svg"/><Relationship Id="rId5" Type="http://schemas.openxmlformats.org/officeDocument/2006/relationships/image" Target="../media/image7.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0.svg"/><Relationship Id="rId5" Type="http://schemas.openxmlformats.org/officeDocument/2006/relationships/image" Target="../media/image7.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6.emf"/><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7.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6.emf"/><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7.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6.emf"/><Relationship Id="rId2" Type="http://schemas.openxmlformats.org/officeDocument/2006/relationships/notesSlide" Target="../notesSlides/notesSlide6.xml"/><Relationship Id="rId16" Type="http://schemas.openxmlformats.org/officeDocument/2006/relationships/image" Target="../media/image20.png"/><Relationship Id="rId1" Type="http://schemas.openxmlformats.org/officeDocument/2006/relationships/slideLayout" Target="../slideLayouts/slideLayout11.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7.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 Id="rId1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F2D72FAF-ACFF-4DE5-93E9-A88DA54865ED}"/>
              </a:ext>
            </a:extLst>
          </p:cNvPr>
          <p:cNvSpPr/>
          <p:nvPr/>
        </p:nvSpPr>
        <p:spPr>
          <a:xfrm>
            <a:off x="935872" y="1719400"/>
            <a:ext cx="10806963" cy="4519736"/>
          </a:xfrm>
          <a:prstGeom prst="rect">
            <a:avLst/>
          </a:prstGeom>
          <a:solidFill>
            <a:schemeClr val="bg2">
              <a:lumMod val="95000"/>
            </a:schemeClr>
          </a:solidFill>
          <a:ln w="12700">
            <a:solidFill>
              <a:srgbClr val="CD2264"/>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200" dirty="0">
              <a:solidFill>
                <a:srgbClr val="CD2264"/>
              </a:solidFill>
              <a:latin typeface="Arial" panose="020B0604020202020204" pitchFamily="34" charset="0"/>
              <a:cs typeface="Arial" panose="020B0604020202020204" pitchFamily="34" charset="0"/>
            </a:endParaRPr>
          </a:p>
        </p:txBody>
      </p:sp>
      <p:sp>
        <p:nvSpPr>
          <p:cNvPr id="12" name="Rectangle: Rounded Corners 11">
            <a:extLst>
              <a:ext uri="{FF2B5EF4-FFF2-40B4-BE49-F238E27FC236}">
                <a16:creationId xmlns:a16="http://schemas.microsoft.com/office/drawing/2014/main" id="{6CB50803-1FF3-1CDE-6407-B81F25AD7E11}"/>
              </a:ext>
            </a:extLst>
          </p:cNvPr>
          <p:cNvSpPr/>
          <p:nvPr/>
        </p:nvSpPr>
        <p:spPr>
          <a:xfrm>
            <a:off x="7056783" y="1908313"/>
            <a:ext cx="1524762" cy="3866455"/>
          </a:xfrm>
          <a:prstGeom prst="roundRect">
            <a:avLst/>
          </a:prstGeom>
          <a:noFill/>
          <a:ln>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83208D92-44E3-4E1E-9C04-0E3584FAEB8D}"/>
              </a:ext>
            </a:extLst>
          </p:cNvPr>
          <p:cNvSpPr>
            <a:spLocks noGrp="1"/>
          </p:cNvSpPr>
          <p:nvPr>
            <p:ph type="sldNum" sz="quarter" idx="12"/>
          </p:nvPr>
        </p:nvSpPr>
        <p:spPr/>
        <p:txBody>
          <a:bodyPr/>
          <a:lstStyle/>
          <a:p>
            <a:fld id="{B6A95138-A96E-2F42-A959-2EFD44FE4AB7}" type="slidenum">
              <a:rPr lang="en-US" smtClean="0"/>
              <a:pPr/>
              <a:t>1</a:t>
            </a:fld>
            <a:endParaRPr lang="en-US" dirty="0"/>
          </a:p>
        </p:txBody>
      </p:sp>
      <p:sp>
        <p:nvSpPr>
          <p:cNvPr id="2" name="Footer Placeholder 1">
            <a:extLst>
              <a:ext uri="{FF2B5EF4-FFF2-40B4-BE49-F238E27FC236}">
                <a16:creationId xmlns:a16="http://schemas.microsoft.com/office/drawing/2014/main" id="{2CF42A55-80A4-4D5F-A2D2-E5E76F66867B}"/>
              </a:ext>
            </a:extLst>
          </p:cNvPr>
          <p:cNvSpPr>
            <a:spLocks noGrp="1"/>
          </p:cNvSpPr>
          <p:nvPr>
            <p:ph type="ftr" sz="quarter" idx="3"/>
          </p:nvPr>
        </p:nvSpPr>
        <p:spPr/>
        <p:txBody>
          <a:bodyPr/>
          <a:lstStyle/>
          <a:p>
            <a:r>
              <a:rPr lang="en-US"/>
              <a:t>© 2021 Amazon Web Services, Inc. or its Affiliates. All rights reserved.</a:t>
            </a:r>
            <a:endParaRPr lang="en-US" dirty="0"/>
          </a:p>
        </p:txBody>
      </p:sp>
      <p:sp>
        <p:nvSpPr>
          <p:cNvPr id="6" name="Title 5">
            <a:extLst>
              <a:ext uri="{FF2B5EF4-FFF2-40B4-BE49-F238E27FC236}">
                <a16:creationId xmlns:a16="http://schemas.microsoft.com/office/drawing/2014/main" id="{5D03EC85-D49B-4FC2-9F79-A6F1CB9538CD}"/>
              </a:ext>
            </a:extLst>
          </p:cNvPr>
          <p:cNvSpPr>
            <a:spLocks noGrp="1"/>
          </p:cNvSpPr>
          <p:nvPr>
            <p:ph type="title"/>
          </p:nvPr>
        </p:nvSpPr>
        <p:spPr>
          <a:xfrm>
            <a:off x="2214578" y="233327"/>
            <a:ext cx="7280825" cy="507020"/>
          </a:xfrm>
          <a:ln>
            <a:solidFill>
              <a:srgbClr val="FFC000"/>
            </a:solidFill>
          </a:ln>
        </p:spPr>
        <p:txBody>
          <a:bodyPr/>
          <a:lstStyle/>
          <a:p>
            <a:r>
              <a:rPr lang="en-US" sz="3200" b="1" dirty="0">
                <a:solidFill>
                  <a:srgbClr val="C00000"/>
                </a:solidFill>
                <a:latin typeface="Arial Rounded MT Bold" panose="020F0704030504030204" pitchFamily="34" charset="0"/>
              </a:rPr>
              <a:t>Demo: </a:t>
            </a:r>
            <a:r>
              <a:rPr lang="en-US" sz="3200" dirty="0">
                <a:latin typeface="Arial Rounded MT Bold" panose="020F0704030504030204" pitchFamily="34" charset="0"/>
              </a:rPr>
              <a:t>Data Lake Storage</a:t>
            </a:r>
            <a:endParaRPr lang="en-GB" sz="3200" dirty="0">
              <a:latin typeface="Arial Rounded MT Bold" panose="020F0704030504030204" pitchFamily="34" charset="0"/>
            </a:endParaRPr>
          </a:p>
        </p:txBody>
      </p:sp>
      <p:grpSp>
        <p:nvGrpSpPr>
          <p:cNvPr id="22" name="Group 21">
            <a:extLst>
              <a:ext uri="{FF2B5EF4-FFF2-40B4-BE49-F238E27FC236}">
                <a16:creationId xmlns:a16="http://schemas.microsoft.com/office/drawing/2014/main" id="{8F0CEC4F-3015-47AA-A540-36BBD136C667}"/>
              </a:ext>
            </a:extLst>
          </p:cNvPr>
          <p:cNvGrpSpPr/>
          <p:nvPr/>
        </p:nvGrpSpPr>
        <p:grpSpPr>
          <a:xfrm>
            <a:off x="3211398" y="3605634"/>
            <a:ext cx="1201325" cy="1040586"/>
            <a:chOff x="2769600" y="1182688"/>
            <a:chExt cx="1201325" cy="1040586"/>
          </a:xfrm>
        </p:grpSpPr>
        <p:pic>
          <p:nvPicPr>
            <p:cNvPr id="20" name="Graphic 8">
              <a:extLst>
                <a:ext uri="{FF2B5EF4-FFF2-40B4-BE49-F238E27FC236}">
                  <a16:creationId xmlns:a16="http://schemas.microsoft.com/office/drawing/2014/main" id="{CBD8138D-3C1C-4F66-8A03-F6E17D6DDA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9">
              <a:extLst>
                <a:ext uri="{FF2B5EF4-FFF2-40B4-BE49-F238E27FC236}">
                  <a16:creationId xmlns:a16="http://schemas.microsoft.com/office/drawing/2014/main" id="{628B31BF-5825-4D82-83BA-E1DFE497CA9E}"/>
                </a:ext>
              </a:extLst>
            </p:cNvPr>
            <p:cNvSpPr txBox="1">
              <a:spLocks noChangeArrowheads="1"/>
            </p:cNvSpPr>
            <p:nvPr/>
          </p:nvSpPr>
          <p:spPr bwMode="auto">
            <a:xfrm>
              <a:off x="2769600" y="1946275"/>
              <a:ext cx="120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Raw Bucket</a:t>
              </a:r>
            </a:p>
          </p:txBody>
        </p:sp>
      </p:grpSp>
      <p:grpSp>
        <p:nvGrpSpPr>
          <p:cNvPr id="8" name="Group 7">
            <a:extLst>
              <a:ext uri="{FF2B5EF4-FFF2-40B4-BE49-F238E27FC236}">
                <a16:creationId xmlns:a16="http://schemas.microsoft.com/office/drawing/2014/main" id="{B36D686E-2E5F-AA9E-2CB9-7C50C5E7752F}"/>
              </a:ext>
            </a:extLst>
          </p:cNvPr>
          <p:cNvGrpSpPr/>
          <p:nvPr/>
        </p:nvGrpSpPr>
        <p:grpSpPr>
          <a:xfrm>
            <a:off x="5135218" y="3605634"/>
            <a:ext cx="1201325" cy="1225252"/>
            <a:chOff x="2769600" y="1182688"/>
            <a:chExt cx="1201325" cy="1225252"/>
          </a:xfrm>
        </p:grpSpPr>
        <p:pic>
          <p:nvPicPr>
            <p:cNvPr id="31" name="Graphic 8">
              <a:extLst>
                <a:ext uri="{FF2B5EF4-FFF2-40B4-BE49-F238E27FC236}">
                  <a16:creationId xmlns:a16="http://schemas.microsoft.com/office/drawing/2014/main" id="{7C8EE1CF-4AAC-F1AE-4DB5-FF04F9BE3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9">
              <a:extLst>
                <a:ext uri="{FF2B5EF4-FFF2-40B4-BE49-F238E27FC236}">
                  <a16:creationId xmlns:a16="http://schemas.microsoft.com/office/drawing/2014/main" id="{44B4C4A5-52FB-509C-F09E-0EFBAEAE082D}"/>
                </a:ext>
              </a:extLst>
            </p:cNvPr>
            <p:cNvSpPr txBox="1">
              <a:spLocks noChangeArrowheads="1"/>
            </p:cNvSpPr>
            <p:nvPr/>
          </p:nvSpPr>
          <p:spPr bwMode="auto">
            <a:xfrm>
              <a:off x="2769600" y="1946275"/>
              <a:ext cx="120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Processed Bucket</a:t>
              </a:r>
            </a:p>
          </p:txBody>
        </p:sp>
      </p:grpSp>
      <p:grpSp>
        <p:nvGrpSpPr>
          <p:cNvPr id="35" name="Group 34">
            <a:extLst>
              <a:ext uri="{FF2B5EF4-FFF2-40B4-BE49-F238E27FC236}">
                <a16:creationId xmlns:a16="http://schemas.microsoft.com/office/drawing/2014/main" id="{58FE705D-834E-C967-F894-71C535ACA99A}"/>
              </a:ext>
            </a:extLst>
          </p:cNvPr>
          <p:cNvGrpSpPr/>
          <p:nvPr/>
        </p:nvGrpSpPr>
        <p:grpSpPr>
          <a:xfrm>
            <a:off x="7297256" y="3531203"/>
            <a:ext cx="1201325" cy="1040586"/>
            <a:chOff x="2769600" y="1182688"/>
            <a:chExt cx="1201325" cy="1040586"/>
          </a:xfrm>
        </p:grpSpPr>
        <p:pic>
          <p:nvPicPr>
            <p:cNvPr id="37" name="Graphic 8">
              <a:extLst>
                <a:ext uri="{FF2B5EF4-FFF2-40B4-BE49-F238E27FC236}">
                  <a16:creationId xmlns:a16="http://schemas.microsoft.com/office/drawing/2014/main" id="{9C3C2B04-6B32-4411-D5F9-86508B831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9">
              <a:extLst>
                <a:ext uri="{FF2B5EF4-FFF2-40B4-BE49-F238E27FC236}">
                  <a16:creationId xmlns:a16="http://schemas.microsoft.com/office/drawing/2014/main" id="{2C37B2D3-A5EC-0A7F-14A4-8A8723261328}"/>
                </a:ext>
              </a:extLst>
            </p:cNvPr>
            <p:cNvSpPr txBox="1">
              <a:spLocks noChangeArrowheads="1"/>
            </p:cNvSpPr>
            <p:nvPr/>
          </p:nvSpPr>
          <p:spPr bwMode="auto">
            <a:xfrm>
              <a:off x="2769600" y="1946275"/>
              <a:ext cx="120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Dashboard</a:t>
              </a:r>
            </a:p>
          </p:txBody>
        </p:sp>
      </p:grpSp>
      <p:grpSp>
        <p:nvGrpSpPr>
          <p:cNvPr id="3" name="Group 2">
            <a:extLst>
              <a:ext uri="{FF2B5EF4-FFF2-40B4-BE49-F238E27FC236}">
                <a16:creationId xmlns:a16="http://schemas.microsoft.com/office/drawing/2014/main" id="{7719E7C2-810D-F161-05D0-8E82FDB2EC39}"/>
              </a:ext>
            </a:extLst>
          </p:cNvPr>
          <p:cNvGrpSpPr/>
          <p:nvPr/>
        </p:nvGrpSpPr>
        <p:grpSpPr>
          <a:xfrm>
            <a:off x="7297255" y="2048522"/>
            <a:ext cx="1201325" cy="1225252"/>
            <a:chOff x="2769600" y="1182688"/>
            <a:chExt cx="1201325" cy="1225252"/>
          </a:xfrm>
        </p:grpSpPr>
        <p:pic>
          <p:nvPicPr>
            <p:cNvPr id="5" name="Graphic 8">
              <a:extLst>
                <a:ext uri="{FF2B5EF4-FFF2-40B4-BE49-F238E27FC236}">
                  <a16:creationId xmlns:a16="http://schemas.microsoft.com/office/drawing/2014/main" id="{FFD76A1B-E3FD-EF6E-FCC3-66D20F3117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9">
              <a:extLst>
                <a:ext uri="{FF2B5EF4-FFF2-40B4-BE49-F238E27FC236}">
                  <a16:creationId xmlns:a16="http://schemas.microsoft.com/office/drawing/2014/main" id="{A2FE8AE2-0554-FA55-B24E-0363E40E6348}"/>
                </a:ext>
              </a:extLst>
            </p:cNvPr>
            <p:cNvSpPr txBox="1">
              <a:spLocks noChangeArrowheads="1"/>
            </p:cNvSpPr>
            <p:nvPr/>
          </p:nvSpPr>
          <p:spPr bwMode="auto">
            <a:xfrm>
              <a:off x="2769600" y="1946275"/>
              <a:ext cx="120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Machine Learning</a:t>
              </a:r>
            </a:p>
          </p:txBody>
        </p:sp>
      </p:grpSp>
      <p:grpSp>
        <p:nvGrpSpPr>
          <p:cNvPr id="9" name="Group 8">
            <a:extLst>
              <a:ext uri="{FF2B5EF4-FFF2-40B4-BE49-F238E27FC236}">
                <a16:creationId xmlns:a16="http://schemas.microsoft.com/office/drawing/2014/main" id="{365AC65C-4C9A-685B-7846-BCE2D81C4A19}"/>
              </a:ext>
            </a:extLst>
          </p:cNvPr>
          <p:cNvGrpSpPr/>
          <p:nvPr/>
        </p:nvGrpSpPr>
        <p:grpSpPr>
          <a:xfrm>
            <a:off x="7170172" y="4734182"/>
            <a:ext cx="1328410" cy="1039000"/>
            <a:chOff x="2642516" y="1182688"/>
            <a:chExt cx="1328410" cy="1039000"/>
          </a:xfrm>
        </p:grpSpPr>
        <p:pic>
          <p:nvPicPr>
            <p:cNvPr id="10" name="Graphic 8">
              <a:extLst>
                <a:ext uri="{FF2B5EF4-FFF2-40B4-BE49-F238E27FC236}">
                  <a16:creationId xmlns:a16="http://schemas.microsoft.com/office/drawing/2014/main" id="{7527710B-E887-2F70-44D5-7C6ED0B44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9">
              <a:extLst>
                <a:ext uri="{FF2B5EF4-FFF2-40B4-BE49-F238E27FC236}">
                  <a16:creationId xmlns:a16="http://schemas.microsoft.com/office/drawing/2014/main" id="{23C9E3A5-A67A-E1DC-653F-9D61117846D3}"/>
                </a:ext>
              </a:extLst>
            </p:cNvPr>
            <p:cNvSpPr txBox="1">
              <a:spLocks noChangeArrowheads="1"/>
            </p:cNvSpPr>
            <p:nvPr/>
          </p:nvSpPr>
          <p:spPr bwMode="auto">
            <a:xfrm>
              <a:off x="2642516" y="1944689"/>
              <a:ext cx="13284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App Integration</a:t>
              </a:r>
            </a:p>
          </p:txBody>
        </p:sp>
      </p:grpSp>
      <p:sp>
        <p:nvSpPr>
          <p:cNvPr id="13" name="TextBox 9">
            <a:extLst>
              <a:ext uri="{FF2B5EF4-FFF2-40B4-BE49-F238E27FC236}">
                <a16:creationId xmlns:a16="http://schemas.microsoft.com/office/drawing/2014/main" id="{3D67C204-9127-E541-6796-D2CF38EA7D9B}"/>
              </a:ext>
            </a:extLst>
          </p:cNvPr>
          <p:cNvSpPr txBox="1">
            <a:spLocks noChangeArrowheads="1"/>
          </p:cNvSpPr>
          <p:nvPr/>
        </p:nvSpPr>
        <p:spPr bwMode="auto">
          <a:xfrm>
            <a:off x="7170171" y="5904834"/>
            <a:ext cx="14554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Curated Buckets</a:t>
            </a:r>
          </a:p>
        </p:txBody>
      </p:sp>
      <p:sp>
        <p:nvSpPr>
          <p:cNvPr id="14" name="TextBox 13">
            <a:extLst>
              <a:ext uri="{FF2B5EF4-FFF2-40B4-BE49-F238E27FC236}">
                <a16:creationId xmlns:a16="http://schemas.microsoft.com/office/drawing/2014/main" id="{AA44C1EE-D6DC-1C36-EE7C-E7DEA5780CF8}"/>
              </a:ext>
            </a:extLst>
          </p:cNvPr>
          <p:cNvSpPr txBox="1"/>
          <p:nvPr/>
        </p:nvSpPr>
        <p:spPr>
          <a:xfrm>
            <a:off x="4452228" y="3860936"/>
            <a:ext cx="600027"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ETL</a:t>
            </a:r>
          </a:p>
        </p:txBody>
      </p:sp>
      <p:cxnSp>
        <p:nvCxnSpPr>
          <p:cNvPr id="15" name="Straight Arrow Connector 14">
            <a:extLst>
              <a:ext uri="{FF2B5EF4-FFF2-40B4-BE49-F238E27FC236}">
                <a16:creationId xmlns:a16="http://schemas.microsoft.com/office/drawing/2014/main" id="{C707D682-D90F-AE0F-D6E7-99172D7C5BAD}"/>
              </a:ext>
            </a:extLst>
          </p:cNvPr>
          <p:cNvCxnSpPr>
            <a:cxnSpLocks/>
            <a:stCxn id="20" idx="3"/>
            <a:endCxn id="14" idx="1"/>
          </p:cNvCxnSpPr>
          <p:nvPr/>
        </p:nvCxnSpPr>
        <p:spPr>
          <a:xfrm>
            <a:off x="4193061" y="3986634"/>
            <a:ext cx="259167" cy="5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4BAA22D-3435-4458-C741-74603D2DF03F}"/>
              </a:ext>
            </a:extLst>
          </p:cNvPr>
          <p:cNvCxnSpPr>
            <a:cxnSpLocks/>
            <a:stCxn id="14" idx="3"/>
            <a:endCxn id="31" idx="1"/>
          </p:cNvCxnSpPr>
          <p:nvPr/>
        </p:nvCxnSpPr>
        <p:spPr>
          <a:xfrm flipV="1">
            <a:off x="5052255" y="3986634"/>
            <a:ext cx="302626" cy="5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A8ABC27-0DF3-D147-D77F-1084272F97E8}"/>
              </a:ext>
            </a:extLst>
          </p:cNvPr>
          <p:cNvSpPr txBox="1"/>
          <p:nvPr/>
        </p:nvSpPr>
        <p:spPr>
          <a:xfrm>
            <a:off x="6297985" y="3889177"/>
            <a:ext cx="599699"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ETL</a:t>
            </a:r>
          </a:p>
        </p:txBody>
      </p:sp>
      <p:cxnSp>
        <p:nvCxnSpPr>
          <p:cNvPr id="33" name="Straight Arrow Connector 32">
            <a:extLst>
              <a:ext uri="{FF2B5EF4-FFF2-40B4-BE49-F238E27FC236}">
                <a16:creationId xmlns:a16="http://schemas.microsoft.com/office/drawing/2014/main" id="{37FC7C69-EBC4-4914-94D7-B8B6F6DD64F0}"/>
              </a:ext>
            </a:extLst>
          </p:cNvPr>
          <p:cNvCxnSpPr>
            <a:cxnSpLocks/>
          </p:cNvCxnSpPr>
          <p:nvPr/>
        </p:nvCxnSpPr>
        <p:spPr>
          <a:xfrm>
            <a:off x="6116881" y="4053698"/>
            <a:ext cx="1811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44159C2-DF54-8D2A-C8BB-8DC4FEBC4F2E}"/>
              </a:ext>
            </a:extLst>
          </p:cNvPr>
          <p:cNvCxnSpPr>
            <a:cxnSpLocks/>
            <a:stCxn id="24" idx="3"/>
          </p:cNvCxnSpPr>
          <p:nvPr/>
        </p:nvCxnSpPr>
        <p:spPr>
          <a:xfrm>
            <a:off x="6897684" y="4019982"/>
            <a:ext cx="159099" cy="12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76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208D92-44E3-4E1E-9C04-0E3584FAEB8D}"/>
              </a:ext>
            </a:extLst>
          </p:cNvPr>
          <p:cNvSpPr>
            <a:spLocks noGrp="1"/>
          </p:cNvSpPr>
          <p:nvPr>
            <p:ph type="sldNum" sz="quarter" idx="12"/>
          </p:nvPr>
        </p:nvSpPr>
        <p:spPr/>
        <p:txBody>
          <a:bodyPr/>
          <a:lstStyle/>
          <a:p>
            <a:fld id="{B6A95138-A96E-2F42-A959-2EFD44FE4AB7}" type="slidenum">
              <a:rPr lang="en-US" smtClean="0"/>
              <a:pPr/>
              <a:t>2</a:t>
            </a:fld>
            <a:endParaRPr lang="en-US" dirty="0"/>
          </a:p>
        </p:txBody>
      </p:sp>
      <p:sp>
        <p:nvSpPr>
          <p:cNvPr id="2" name="Footer Placeholder 1">
            <a:extLst>
              <a:ext uri="{FF2B5EF4-FFF2-40B4-BE49-F238E27FC236}">
                <a16:creationId xmlns:a16="http://schemas.microsoft.com/office/drawing/2014/main" id="{2CF42A55-80A4-4D5F-A2D2-E5E76F66867B}"/>
              </a:ext>
            </a:extLst>
          </p:cNvPr>
          <p:cNvSpPr>
            <a:spLocks noGrp="1"/>
          </p:cNvSpPr>
          <p:nvPr>
            <p:ph type="ftr" sz="quarter" idx="3"/>
          </p:nvPr>
        </p:nvSpPr>
        <p:spPr/>
        <p:txBody>
          <a:bodyPr/>
          <a:lstStyle/>
          <a:p>
            <a:r>
              <a:rPr lang="en-US"/>
              <a:t>© 2021 Amazon Web Services, Inc. or its Affiliates. All rights reserved.</a:t>
            </a:r>
            <a:endParaRPr lang="en-US" dirty="0"/>
          </a:p>
        </p:txBody>
      </p:sp>
      <p:sp>
        <p:nvSpPr>
          <p:cNvPr id="6" name="Title 5">
            <a:extLst>
              <a:ext uri="{FF2B5EF4-FFF2-40B4-BE49-F238E27FC236}">
                <a16:creationId xmlns:a16="http://schemas.microsoft.com/office/drawing/2014/main" id="{5D03EC85-D49B-4FC2-9F79-A6F1CB9538CD}"/>
              </a:ext>
            </a:extLst>
          </p:cNvPr>
          <p:cNvSpPr>
            <a:spLocks noGrp="1"/>
          </p:cNvSpPr>
          <p:nvPr>
            <p:ph type="title"/>
          </p:nvPr>
        </p:nvSpPr>
        <p:spPr>
          <a:xfrm>
            <a:off x="2214578" y="233327"/>
            <a:ext cx="7280825" cy="507020"/>
          </a:xfrm>
          <a:ln>
            <a:solidFill>
              <a:srgbClr val="FFC000"/>
            </a:solidFill>
          </a:ln>
        </p:spPr>
        <p:txBody>
          <a:bodyPr/>
          <a:lstStyle/>
          <a:p>
            <a:pPr algn="ctr"/>
            <a:r>
              <a:rPr lang="en-US" sz="3200" b="1" dirty="0">
                <a:solidFill>
                  <a:srgbClr val="C00000"/>
                </a:solidFill>
                <a:latin typeface="Arial Rounded MT Bold" panose="020F0704030504030204" pitchFamily="34" charset="0"/>
              </a:rPr>
              <a:t>Demo: </a:t>
            </a:r>
            <a:r>
              <a:rPr lang="en-US" sz="3200" dirty="0">
                <a:latin typeface="Arial Rounded MT Bold" panose="020F0704030504030204" pitchFamily="34" charset="0"/>
              </a:rPr>
              <a:t>Ingestion</a:t>
            </a:r>
            <a:endParaRPr lang="en-GB" sz="3200" dirty="0">
              <a:latin typeface="Arial Rounded MT Bold" panose="020F0704030504030204" pitchFamily="34" charset="0"/>
            </a:endParaRPr>
          </a:p>
        </p:txBody>
      </p:sp>
      <p:sp>
        <p:nvSpPr>
          <p:cNvPr id="74" name="Rectangle 73">
            <a:extLst>
              <a:ext uri="{FF2B5EF4-FFF2-40B4-BE49-F238E27FC236}">
                <a16:creationId xmlns:a16="http://schemas.microsoft.com/office/drawing/2014/main" id="{F2D72FAF-ACFF-4DE5-93E9-A88DA54865ED}"/>
              </a:ext>
            </a:extLst>
          </p:cNvPr>
          <p:cNvSpPr/>
          <p:nvPr/>
        </p:nvSpPr>
        <p:spPr>
          <a:xfrm>
            <a:off x="3295628" y="1719400"/>
            <a:ext cx="8447207" cy="4519736"/>
          </a:xfrm>
          <a:prstGeom prst="rect">
            <a:avLst/>
          </a:prstGeom>
          <a:solidFill>
            <a:schemeClr val="bg2">
              <a:lumMod val="95000"/>
            </a:schemeClr>
          </a:solidFill>
          <a:ln w="12700">
            <a:solidFill>
              <a:srgbClr val="CD2264"/>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200" dirty="0">
              <a:solidFill>
                <a:srgbClr val="CD2264"/>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C74F612-7004-4557-B7BE-B07CE29501D0}"/>
              </a:ext>
            </a:extLst>
          </p:cNvPr>
          <p:cNvGrpSpPr/>
          <p:nvPr/>
        </p:nvGrpSpPr>
        <p:grpSpPr>
          <a:xfrm>
            <a:off x="5234358" y="3276904"/>
            <a:ext cx="1337096" cy="1223665"/>
            <a:chOff x="2292350" y="3390839"/>
            <a:chExt cx="1337096" cy="1223665"/>
          </a:xfrm>
        </p:grpSpPr>
        <p:pic>
          <p:nvPicPr>
            <p:cNvPr id="7" name="Graphic 9">
              <a:extLst>
                <a:ext uri="{FF2B5EF4-FFF2-40B4-BE49-F238E27FC236}">
                  <a16:creationId xmlns:a16="http://schemas.microsoft.com/office/drawing/2014/main" id="{F3E68FBD-EA01-48BB-92A3-242EE6940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688"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7">
              <a:extLst>
                <a:ext uri="{FF2B5EF4-FFF2-40B4-BE49-F238E27FC236}">
                  <a16:creationId xmlns:a16="http://schemas.microsoft.com/office/drawing/2014/main" id="{5F4A84B1-EC3C-4FD2-BCEC-8A624B81BDD6}"/>
                </a:ext>
              </a:extLst>
            </p:cNvPr>
            <p:cNvSpPr txBox="1">
              <a:spLocks noChangeArrowheads="1"/>
            </p:cNvSpPr>
            <p:nvPr/>
          </p:nvSpPr>
          <p:spPr bwMode="auto">
            <a:xfrm>
              <a:off x="2292350" y="4152839"/>
              <a:ext cx="1337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200" dirty="0">
                  <a:latin typeface="Arial" panose="020B0604020202020204" pitchFamily="34" charset="0"/>
                  <a:ea typeface="Amazon Ember" panose="020B0603020204020204" pitchFamily="34" charset="0"/>
                  <a:cs typeface="Arial" panose="020B0604020202020204" pitchFamily="34" charset="0"/>
                </a:rPr>
              </a:br>
              <a:r>
                <a:rPr lang="en-US" altLang="en-US" sz="1200" dirty="0">
                  <a:latin typeface="Arial" panose="020B0604020202020204" pitchFamily="34" charset="0"/>
                  <a:ea typeface="Amazon Ember" panose="020B0603020204020204" pitchFamily="34" charset="0"/>
                  <a:cs typeface="Arial" panose="020B0604020202020204" pitchFamily="34" charset="0"/>
                </a:rPr>
                <a:t>Data Streams</a:t>
              </a:r>
            </a:p>
          </p:txBody>
        </p:sp>
      </p:grpSp>
      <p:grpSp>
        <p:nvGrpSpPr>
          <p:cNvPr id="5" name="Group 4">
            <a:extLst>
              <a:ext uri="{FF2B5EF4-FFF2-40B4-BE49-F238E27FC236}">
                <a16:creationId xmlns:a16="http://schemas.microsoft.com/office/drawing/2014/main" id="{CA68D0F6-423C-4155-B5FB-6A4821FF76F0}"/>
              </a:ext>
            </a:extLst>
          </p:cNvPr>
          <p:cNvGrpSpPr/>
          <p:nvPr/>
        </p:nvGrpSpPr>
        <p:grpSpPr>
          <a:xfrm>
            <a:off x="7259583" y="3285022"/>
            <a:ext cx="1481917" cy="1204187"/>
            <a:chOff x="4781280" y="3390839"/>
            <a:chExt cx="1481917" cy="1204187"/>
          </a:xfrm>
        </p:grpSpPr>
        <p:pic>
          <p:nvPicPr>
            <p:cNvPr id="10" name="Graphic 12">
              <a:extLst>
                <a:ext uri="{FF2B5EF4-FFF2-40B4-BE49-F238E27FC236}">
                  <a16:creationId xmlns:a16="http://schemas.microsoft.com/office/drawing/2014/main" id="{3F3A9D61-C49D-43CE-B8E3-54B5867B2E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6805"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9">
              <a:extLst>
                <a:ext uri="{FF2B5EF4-FFF2-40B4-BE49-F238E27FC236}">
                  <a16:creationId xmlns:a16="http://schemas.microsoft.com/office/drawing/2014/main" id="{39597107-B6DC-4F99-AFF7-C1A695A4AFC3}"/>
                </a:ext>
              </a:extLst>
            </p:cNvPr>
            <p:cNvSpPr txBox="1">
              <a:spLocks noChangeArrowheads="1"/>
            </p:cNvSpPr>
            <p:nvPr/>
          </p:nvSpPr>
          <p:spPr bwMode="auto">
            <a:xfrm>
              <a:off x="4781280" y="4133361"/>
              <a:ext cx="14819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200" dirty="0">
                  <a:latin typeface="Arial" panose="020B0604020202020204" pitchFamily="34" charset="0"/>
                  <a:ea typeface="Amazon Ember" panose="020B0603020204020204" pitchFamily="34" charset="0"/>
                  <a:cs typeface="Arial" panose="020B0604020202020204" pitchFamily="34" charset="0"/>
                </a:rPr>
              </a:br>
              <a:r>
                <a:rPr lang="en-US" altLang="en-US" sz="1200" dirty="0">
                  <a:latin typeface="Arial" panose="020B0604020202020204" pitchFamily="34" charset="0"/>
                  <a:ea typeface="Amazon Ember" panose="020B0603020204020204" pitchFamily="34" charset="0"/>
                  <a:cs typeface="Arial" panose="020B0604020202020204" pitchFamily="34" charset="0"/>
                </a:rPr>
                <a:t>Data Firehose</a:t>
              </a:r>
            </a:p>
          </p:txBody>
        </p:sp>
      </p:grpSp>
      <p:grpSp>
        <p:nvGrpSpPr>
          <p:cNvPr id="22" name="Group 21">
            <a:extLst>
              <a:ext uri="{FF2B5EF4-FFF2-40B4-BE49-F238E27FC236}">
                <a16:creationId xmlns:a16="http://schemas.microsoft.com/office/drawing/2014/main" id="{8F0CEC4F-3015-47AA-A540-36BBD136C667}"/>
              </a:ext>
            </a:extLst>
          </p:cNvPr>
          <p:cNvGrpSpPr/>
          <p:nvPr/>
        </p:nvGrpSpPr>
        <p:grpSpPr>
          <a:xfrm>
            <a:off x="10281039" y="3288944"/>
            <a:ext cx="1201325" cy="1040586"/>
            <a:chOff x="2769600" y="1182688"/>
            <a:chExt cx="1201325" cy="1040586"/>
          </a:xfrm>
        </p:grpSpPr>
        <p:pic>
          <p:nvPicPr>
            <p:cNvPr id="20" name="Graphic 8">
              <a:extLst>
                <a:ext uri="{FF2B5EF4-FFF2-40B4-BE49-F238E27FC236}">
                  <a16:creationId xmlns:a16="http://schemas.microsoft.com/office/drawing/2014/main" id="{CBD8138D-3C1C-4F66-8A03-F6E17D6DDA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9">
              <a:extLst>
                <a:ext uri="{FF2B5EF4-FFF2-40B4-BE49-F238E27FC236}">
                  <a16:creationId xmlns:a16="http://schemas.microsoft.com/office/drawing/2014/main" id="{628B31BF-5825-4D82-83BA-E1DFE497CA9E}"/>
                </a:ext>
              </a:extLst>
            </p:cNvPr>
            <p:cNvSpPr txBox="1">
              <a:spLocks noChangeArrowheads="1"/>
            </p:cNvSpPr>
            <p:nvPr/>
          </p:nvSpPr>
          <p:spPr bwMode="auto">
            <a:xfrm>
              <a:off x="2769600" y="1946275"/>
              <a:ext cx="120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Raw Bucket</a:t>
              </a:r>
            </a:p>
          </p:txBody>
        </p:sp>
      </p:grpSp>
      <p:sp>
        <p:nvSpPr>
          <p:cNvPr id="27" name="TextBox 26">
            <a:extLst>
              <a:ext uri="{FF2B5EF4-FFF2-40B4-BE49-F238E27FC236}">
                <a16:creationId xmlns:a16="http://schemas.microsoft.com/office/drawing/2014/main" id="{C451CA25-D4A9-45EE-A688-B7811BB693E3}"/>
              </a:ext>
            </a:extLst>
          </p:cNvPr>
          <p:cNvSpPr txBox="1"/>
          <p:nvPr/>
        </p:nvSpPr>
        <p:spPr>
          <a:xfrm>
            <a:off x="4441403" y="3326259"/>
            <a:ext cx="1039500" cy="261610"/>
          </a:xfrm>
          <a:prstGeom prst="rect">
            <a:avLst/>
          </a:prstGeom>
          <a:solidFill>
            <a:schemeClr val="tx1">
              <a:lumMod val="85000"/>
              <a:lumOff val="15000"/>
            </a:schemeClr>
          </a:solidFill>
        </p:spPr>
        <p:txBody>
          <a:bodyPr wrap="square" rtlCol="0">
            <a:spAutoFit/>
          </a:bodyPr>
          <a:lstStyle/>
          <a:p>
            <a:pPr algn="ctr"/>
            <a:r>
              <a:rPr lang="en-US" sz="1100" dirty="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rPr>
              <a:t>Ingest</a:t>
            </a:r>
          </a:p>
        </p:txBody>
      </p:sp>
      <p:sp>
        <p:nvSpPr>
          <p:cNvPr id="28" name="TextBox 27">
            <a:extLst>
              <a:ext uri="{FF2B5EF4-FFF2-40B4-BE49-F238E27FC236}">
                <a16:creationId xmlns:a16="http://schemas.microsoft.com/office/drawing/2014/main" id="{DBDD9198-CAA0-47C6-BF73-00830132A545}"/>
              </a:ext>
            </a:extLst>
          </p:cNvPr>
          <p:cNvSpPr txBox="1"/>
          <p:nvPr/>
        </p:nvSpPr>
        <p:spPr>
          <a:xfrm>
            <a:off x="6503359" y="3326259"/>
            <a:ext cx="894898"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Ingest</a:t>
            </a:r>
          </a:p>
        </p:txBody>
      </p:sp>
      <p:cxnSp>
        <p:nvCxnSpPr>
          <p:cNvPr id="32" name="Straight Arrow Connector 31">
            <a:extLst>
              <a:ext uri="{FF2B5EF4-FFF2-40B4-BE49-F238E27FC236}">
                <a16:creationId xmlns:a16="http://schemas.microsoft.com/office/drawing/2014/main" id="{C1DBD2D0-A1EB-463D-8191-5BCCB9D1E1AA}"/>
              </a:ext>
            </a:extLst>
          </p:cNvPr>
          <p:cNvCxnSpPr>
            <a:stCxn id="7" idx="3"/>
            <a:endCxn id="10" idx="1"/>
          </p:cNvCxnSpPr>
          <p:nvPr/>
        </p:nvCxnSpPr>
        <p:spPr>
          <a:xfrm>
            <a:off x="6283696" y="3657904"/>
            <a:ext cx="1361412" cy="8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D4FD4BB-4DCB-47DD-A540-C18635F50071}"/>
              </a:ext>
            </a:extLst>
          </p:cNvPr>
          <p:cNvCxnSpPr>
            <a:cxnSpLocks/>
            <a:stCxn id="10" idx="3"/>
            <a:endCxn id="20" idx="1"/>
          </p:cNvCxnSpPr>
          <p:nvPr/>
        </p:nvCxnSpPr>
        <p:spPr>
          <a:xfrm>
            <a:off x="8407108" y="3666022"/>
            <a:ext cx="2093594" cy="3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CA70EBB-4A6C-4E84-9962-C7368F5D6CC3}"/>
              </a:ext>
            </a:extLst>
          </p:cNvPr>
          <p:cNvCxnSpPr>
            <a:cxnSpLocks/>
            <a:stCxn id="59" idx="3"/>
            <a:endCxn id="7" idx="1"/>
          </p:cNvCxnSpPr>
          <p:nvPr/>
        </p:nvCxnSpPr>
        <p:spPr>
          <a:xfrm flipV="1">
            <a:off x="4273779" y="3657904"/>
            <a:ext cx="1247917" cy="8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9943D69-C436-3735-5D8A-915627FFAD4C}"/>
              </a:ext>
            </a:extLst>
          </p:cNvPr>
          <p:cNvGrpSpPr/>
          <p:nvPr/>
        </p:nvGrpSpPr>
        <p:grpSpPr>
          <a:xfrm>
            <a:off x="2105772" y="2568981"/>
            <a:ext cx="1096648" cy="2386791"/>
            <a:chOff x="1992915" y="2992841"/>
            <a:chExt cx="1646212" cy="2386791"/>
          </a:xfrm>
        </p:grpSpPr>
        <p:cxnSp>
          <p:nvCxnSpPr>
            <p:cNvPr id="31" name="Curved Connector 263">
              <a:extLst>
                <a:ext uri="{FF2B5EF4-FFF2-40B4-BE49-F238E27FC236}">
                  <a16:creationId xmlns:a16="http://schemas.microsoft.com/office/drawing/2014/main" id="{C6A69109-A1C8-B6FF-2216-27D818AFAF85}"/>
                </a:ext>
                <a:ext uri="{C183D7F6-B498-43B3-948B-1728B52AA6E4}">
                  <adec:decorative xmlns:adec="http://schemas.microsoft.com/office/drawing/2017/decorative" val="1"/>
                </a:ext>
              </a:extLst>
            </p:cNvPr>
            <p:cNvCxnSpPr>
              <a:cxnSpLocks/>
            </p:cNvCxnSpPr>
            <p:nvPr/>
          </p:nvCxnSpPr>
          <p:spPr>
            <a:xfrm>
              <a:off x="2030312" y="2992841"/>
              <a:ext cx="1424088" cy="706323"/>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265">
              <a:extLst>
                <a:ext uri="{FF2B5EF4-FFF2-40B4-BE49-F238E27FC236}">
                  <a16:creationId xmlns:a16="http://schemas.microsoft.com/office/drawing/2014/main" id="{DD6C0E15-356D-96C5-F422-D19DABB493FA}"/>
                </a:ext>
                <a:ext uri="{C183D7F6-B498-43B3-948B-1728B52AA6E4}">
                  <adec:decorative xmlns:adec="http://schemas.microsoft.com/office/drawing/2017/decorative" val="1"/>
                </a:ext>
              </a:extLst>
            </p:cNvPr>
            <p:cNvCxnSpPr>
              <a:cxnSpLocks/>
            </p:cNvCxnSpPr>
            <p:nvPr/>
          </p:nvCxnSpPr>
          <p:spPr>
            <a:xfrm>
              <a:off x="1992915" y="3256817"/>
              <a:ext cx="1396269" cy="28994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266">
              <a:extLst>
                <a:ext uri="{FF2B5EF4-FFF2-40B4-BE49-F238E27FC236}">
                  <a16:creationId xmlns:a16="http://schemas.microsoft.com/office/drawing/2014/main" id="{89995B8B-4901-6F83-C75E-53CE5F8C5208}"/>
                </a:ext>
                <a:ext uri="{C183D7F6-B498-43B3-948B-1728B52AA6E4}">
                  <adec:decorative xmlns:adec="http://schemas.microsoft.com/office/drawing/2017/decorative" val="1"/>
                </a:ext>
              </a:extLst>
            </p:cNvPr>
            <p:cNvCxnSpPr>
              <a:cxnSpLocks/>
            </p:cNvCxnSpPr>
            <p:nvPr/>
          </p:nvCxnSpPr>
          <p:spPr>
            <a:xfrm>
              <a:off x="2297715" y="3721555"/>
              <a:ext cx="930846" cy="17837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267">
              <a:extLst>
                <a:ext uri="{FF2B5EF4-FFF2-40B4-BE49-F238E27FC236}">
                  <a16:creationId xmlns:a16="http://schemas.microsoft.com/office/drawing/2014/main" id="{9632692F-69CC-D67B-3F26-5000A8E4F6C6}"/>
                </a:ext>
                <a:ext uri="{C183D7F6-B498-43B3-948B-1728B52AA6E4}">
                  <adec:decorative xmlns:adec="http://schemas.microsoft.com/office/drawing/2017/decorative" val="1"/>
                </a:ext>
              </a:extLst>
            </p:cNvPr>
            <p:cNvCxnSpPr>
              <a:cxnSpLocks/>
            </p:cNvCxnSpPr>
            <p:nvPr/>
          </p:nvCxnSpPr>
          <p:spPr>
            <a:xfrm flipV="1">
              <a:off x="2345071" y="4078705"/>
              <a:ext cx="970784" cy="110026"/>
            </a:xfrm>
            <a:prstGeom prst="curvedConnector3">
              <a:avLst>
                <a:gd name="adj1" fmla="val 3668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268">
              <a:extLst>
                <a:ext uri="{FF2B5EF4-FFF2-40B4-BE49-F238E27FC236}">
                  <a16:creationId xmlns:a16="http://schemas.microsoft.com/office/drawing/2014/main" id="{D5414CA3-AC57-3C47-DDCF-692AC88C47E4}"/>
                </a:ext>
                <a:ext uri="{C183D7F6-B498-43B3-948B-1728B52AA6E4}">
                  <adec:decorative xmlns:adec="http://schemas.microsoft.com/office/drawing/2017/decorative" val="1"/>
                </a:ext>
              </a:extLst>
            </p:cNvPr>
            <p:cNvCxnSpPr>
              <a:cxnSpLocks/>
            </p:cNvCxnSpPr>
            <p:nvPr/>
          </p:nvCxnSpPr>
          <p:spPr>
            <a:xfrm flipV="1">
              <a:off x="2276933" y="4279466"/>
              <a:ext cx="951628" cy="181698"/>
            </a:xfrm>
            <a:prstGeom prst="curvedConnector3">
              <a:avLst>
                <a:gd name="adj1" fmla="val 296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269">
              <a:extLst>
                <a:ext uri="{FF2B5EF4-FFF2-40B4-BE49-F238E27FC236}">
                  <a16:creationId xmlns:a16="http://schemas.microsoft.com/office/drawing/2014/main" id="{017C1205-F08B-8025-C368-DDC65F2634FA}"/>
                </a:ext>
                <a:ext uri="{C183D7F6-B498-43B3-948B-1728B52AA6E4}">
                  <adec:decorative xmlns:adec="http://schemas.microsoft.com/office/drawing/2017/decorative" val="1"/>
                </a:ext>
              </a:extLst>
            </p:cNvPr>
            <p:cNvCxnSpPr>
              <a:cxnSpLocks/>
            </p:cNvCxnSpPr>
            <p:nvPr/>
          </p:nvCxnSpPr>
          <p:spPr>
            <a:xfrm flipV="1">
              <a:off x="2283299" y="4367511"/>
              <a:ext cx="1171101" cy="61406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urved Connector 270">
              <a:extLst>
                <a:ext uri="{FF2B5EF4-FFF2-40B4-BE49-F238E27FC236}">
                  <a16:creationId xmlns:a16="http://schemas.microsoft.com/office/drawing/2014/main" id="{96CA40AC-A9BD-86C9-AF15-43DCA03ED90A}"/>
                </a:ext>
                <a:ext uri="{C183D7F6-B498-43B3-948B-1728B52AA6E4}">
                  <adec:decorative xmlns:adec="http://schemas.microsoft.com/office/drawing/2017/decorative" val="1"/>
                </a:ext>
              </a:extLst>
            </p:cNvPr>
            <p:cNvCxnSpPr>
              <a:cxnSpLocks/>
            </p:cNvCxnSpPr>
            <p:nvPr/>
          </p:nvCxnSpPr>
          <p:spPr>
            <a:xfrm flipV="1">
              <a:off x="2403426" y="4490696"/>
              <a:ext cx="1094246" cy="15072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271">
              <a:extLst>
                <a:ext uri="{FF2B5EF4-FFF2-40B4-BE49-F238E27FC236}">
                  <a16:creationId xmlns:a16="http://schemas.microsoft.com/office/drawing/2014/main" id="{8F02F3C9-E31C-C67A-C8BE-02856D5E00A4}"/>
                </a:ext>
                <a:ext uri="{C183D7F6-B498-43B3-948B-1728B52AA6E4}">
                  <adec:decorative xmlns:adec="http://schemas.microsoft.com/office/drawing/2017/decorative" val="1"/>
                </a:ext>
              </a:extLst>
            </p:cNvPr>
            <p:cNvCxnSpPr>
              <a:cxnSpLocks/>
            </p:cNvCxnSpPr>
            <p:nvPr/>
          </p:nvCxnSpPr>
          <p:spPr>
            <a:xfrm>
              <a:off x="2080551" y="3491579"/>
              <a:ext cx="1411246" cy="34797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272">
              <a:extLst>
                <a:ext uri="{FF2B5EF4-FFF2-40B4-BE49-F238E27FC236}">
                  <a16:creationId xmlns:a16="http://schemas.microsoft.com/office/drawing/2014/main" id="{351A3933-63DD-8648-AD65-01E5A38CD74C}"/>
                </a:ext>
                <a:ext uri="{C183D7F6-B498-43B3-948B-1728B52AA6E4}">
                  <adec:decorative xmlns:adec="http://schemas.microsoft.com/office/drawing/2017/decorative" val="1"/>
                </a:ext>
              </a:extLst>
            </p:cNvPr>
            <p:cNvCxnSpPr>
              <a:cxnSpLocks/>
            </p:cNvCxnSpPr>
            <p:nvPr/>
          </p:nvCxnSpPr>
          <p:spPr>
            <a:xfrm flipV="1">
              <a:off x="2080551" y="4619690"/>
              <a:ext cx="1558576" cy="65935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273">
              <a:extLst>
                <a:ext uri="{FF2B5EF4-FFF2-40B4-BE49-F238E27FC236}">
                  <a16:creationId xmlns:a16="http://schemas.microsoft.com/office/drawing/2014/main" id="{4B39A125-C251-F67E-C6DA-6F05BB99FD4B}"/>
                </a:ext>
                <a:ext uri="{C183D7F6-B498-43B3-948B-1728B52AA6E4}">
                  <adec:decorative xmlns:adec="http://schemas.microsoft.com/office/drawing/2017/decorative" val="1"/>
                </a:ext>
              </a:extLst>
            </p:cNvPr>
            <p:cNvCxnSpPr>
              <a:cxnSpLocks/>
            </p:cNvCxnSpPr>
            <p:nvPr/>
          </p:nvCxnSpPr>
          <p:spPr>
            <a:xfrm flipV="1">
              <a:off x="2080551" y="4748732"/>
              <a:ext cx="1308633" cy="63090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274">
              <a:extLst>
                <a:ext uri="{FF2B5EF4-FFF2-40B4-BE49-F238E27FC236}">
                  <a16:creationId xmlns:a16="http://schemas.microsoft.com/office/drawing/2014/main" id="{F76ACA98-5F73-1C7E-8E73-656A87498E38}"/>
                </a:ext>
                <a:ext uri="{C183D7F6-B498-43B3-948B-1728B52AA6E4}">
                  <adec:decorative xmlns:adec="http://schemas.microsoft.com/office/drawing/2017/decorative" val="1"/>
                </a:ext>
              </a:extLst>
            </p:cNvPr>
            <p:cNvCxnSpPr>
              <a:cxnSpLocks/>
            </p:cNvCxnSpPr>
            <p:nvPr/>
          </p:nvCxnSpPr>
          <p:spPr>
            <a:xfrm>
              <a:off x="2381790" y="3904020"/>
              <a:ext cx="1257337" cy="119090"/>
            </a:xfrm>
            <a:prstGeom prst="curvedConnector3">
              <a:avLst>
                <a:gd name="adj1" fmla="val 2649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45" name="Graphic 44">
            <a:extLst>
              <a:ext uri="{FF2B5EF4-FFF2-40B4-BE49-F238E27FC236}">
                <a16:creationId xmlns:a16="http://schemas.microsoft.com/office/drawing/2014/main" id="{6F5D7F2D-3ACC-8017-88D8-3AEBD9B170B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78361" y="3311356"/>
            <a:ext cx="712694" cy="555732"/>
          </a:xfrm>
          <a:prstGeom prst="rect">
            <a:avLst/>
          </a:prstGeom>
        </p:spPr>
      </p:pic>
      <p:pic>
        <p:nvPicPr>
          <p:cNvPr id="46" name="Graphic 45">
            <a:extLst>
              <a:ext uri="{FF2B5EF4-FFF2-40B4-BE49-F238E27FC236}">
                <a16:creationId xmlns:a16="http://schemas.microsoft.com/office/drawing/2014/main" id="{B73FF98B-FB5B-80EA-663F-73D880B6B63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9404" y="4167115"/>
            <a:ext cx="712694" cy="555732"/>
          </a:xfrm>
          <a:prstGeom prst="rect">
            <a:avLst/>
          </a:prstGeom>
        </p:spPr>
      </p:pic>
      <p:pic>
        <p:nvPicPr>
          <p:cNvPr id="47" name="Graphic 46">
            <a:extLst>
              <a:ext uri="{FF2B5EF4-FFF2-40B4-BE49-F238E27FC236}">
                <a16:creationId xmlns:a16="http://schemas.microsoft.com/office/drawing/2014/main" id="{7F65CF13-11A7-EE60-6D3F-7B81EB4811AD}"/>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77325" y="2491602"/>
            <a:ext cx="712694" cy="555732"/>
          </a:xfrm>
          <a:prstGeom prst="rect">
            <a:avLst/>
          </a:prstGeom>
        </p:spPr>
      </p:pic>
      <p:pic>
        <p:nvPicPr>
          <p:cNvPr id="48" name="Graphic 47">
            <a:extLst>
              <a:ext uri="{FF2B5EF4-FFF2-40B4-BE49-F238E27FC236}">
                <a16:creationId xmlns:a16="http://schemas.microsoft.com/office/drawing/2014/main" id="{93F519C3-1F9F-0242-5559-86C306AA4E6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6029" y="2875630"/>
            <a:ext cx="712694" cy="555732"/>
          </a:xfrm>
          <a:prstGeom prst="rect">
            <a:avLst/>
          </a:prstGeom>
        </p:spPr>
      </p:pic>
      <p:pic>
        <p:nvPicPr>
          <p:cNvPr id="51" name="Graphic 50">
            <a:extLst>
              <a:ext uri="{FF2B5EF4-FFF2-40B4-BE49-F238E27FC236}">
                <a16:creationId xmlns:a16="http://schemas.microsoft.com/office/drawing/2014/main" id="{4031537C-B117-61AE-DB63-ACCF0C40DB46}"/>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3841" y="3733293"/>
            <a:ext cx="712694" cy="555732"/>
          </a:xfrm>
          <a:prstGeom prst="rect">
            <a:avLst/>
          </a:prstGeom>
        </p:spPr>
      </p:pic>
      <p:grpSp>
        <p:nvGrpSpPr>
          <p:cNvPr id="58" name="Group 57">
            <a:extLst>
              <a:ext uri="{FF2B5EF4-FFF2-40B4-BE49-F238E27FC236}">
                <a16:creationId xmlns:a16="http://schemas.microsoft.com/office/drawing/2014/main" id="{71D20930-2328-385B-0710-DDD07D3DC90A}"/>
              </a:ext>
            </a:extLst>
          </p:cNvPr>
          <p:cNvGrpSpPr/>
          <p:nvPr/>
        </p:nvGrpSpPr>
        <p:grpSpPr>
          <a:xfrm>
            <a:off x="2773592" y="3285022"/>
            <a:ext cx="2243137" cy="1038999"/>
            <a:chOff x="2742559" y="5192270"/>
            <a:chExt cx="2243137" cy="1038999"/>
          </a:xfrm>
        </p:grpSpPr>
        <p:pic>
          <p:nvPicPr>
            <p:cNvPr id="59" name="Graphic 6">
              <a:extLst>
                <a:ext uri="{FF2B5EF4-FFF2-40B4-BE49-F238E27FC236}">
                  <a16:creationId xmlns:a16="http://schemas.microsoft.com/office/drawing/2014/main" id="{B53F406F-8EBF-3BDC-EDD1-35D35D9DB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0746" y="519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Box 9">
              <a:extLst>
                <a:ext uri="{FF2B5EF4-FFF2-40B4-BE49-F238E27FC236}">
                  <a16:creationId xmlns:a16="http://schemas.microsoft.com/office/drawing/2014/main" id="{90C7298C-E2FA-6B97-75AA-CD452F55E496}"/>
                </a:ext>
              </a:extLst>
            </p:cNvPr>
            <p:cNvSpPr txBox="1">
              <a:spLocks noChangeArrowheads="1"/>
            </p:cNvSpPr>
            <p:nvPr/>
          </p:nvSpPr>
          <p:spPr bwMode="auto">
            <a:xfrm>
              <a:off x="2742559" y="5954270"/>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IoT Core</a:t>
              </a:r>
            </a:p>
          </p:txBody>
        </p:sp>
      </p:grpSp>
      <p:sp>
        <p:nvSpPr>
          <p:cNvPr id="67" name="TextBox 66">
            <a:extLst>
              <a:ext uri="{FF2B5EF4-FFF2-40B4-BE49-F238E27FC236}">
                <a16:creationId xmlns:a16="http://schemas.microsoft.com/office/drawing/2014/main" id="{89DB713F-DB6A-4818-1D6D-25B831251F3B}"/>
              </a:ext>
            </a:extLst>
          </p:cNvPr>
          <p:cNvSpPr txBox="1"/>
          <p:nvPr/>
        </p:nvSpPr>
        <p:spPr>
          <a:xfrm>
            <a:off x="8709941" y="3326259"/>
            <a:ext cx="894898"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Load</a:t>
            </a:r>
          </a:p>
        </p:txBody>
      </p:sp>
      <p:sp>
        <p:nvSpPr>
          <p:cNvPr id="72" name="TextBox 9">
            <a:extLst>
              <a:ext uri="{FF2B5EF4-FFF2-40B4-BE49-F238E27FC236}">
                <a16:creationId xmlns:a16="http://schemas.microsoft.com/office/drawing/2014/main" id="{0002020A-6872-2E63-39D9-2DA7FC1976C8}"/>
              </a:ext>
            </a:extLst>
          </p:cNvPr>
          <p:cNvSpPr txBox="1">
            <a:spLocks noChangeArrowheads="1"/>
          </p:cNvSpPr>
          <p:nvPr/>
        </p:nvSpPr>
        <p:spPr bwMode="auto">
          <a:xfrm>
            <a:off x="1026162" y="5150501"/>
            <a:ext cx="12826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Self Driving Cars</a:t>
            </a:r>
          </a:p>
        </p:txBody>
      </p:sp>
      <p:grpSp>
        <p:nvGrpSpPr>
          <p:cNvPr id="73" name="Group 72">
            <a:extLst>
              <a:ext uri="{FF2B5EF4-FFF2-40B4-BE49-F238E27FC236}">
                <a16:creationId xmlns:a16="http://schemas.microsoft.com/office/drawing/2014/main" id="{F3D42EE1-F9A8-CFE9-1DF7-6AB33EB82226}"/>
              </a:ext>
            </a:extLst>
          </p:cNvPr>
          <p:cNvGrpSpPr/>
          <p:nvPr/>
        </p:nvGrpSpPr>
        <p:grpSpPr>
          <a:xfrm>
            <a:off x="10281039" y="1945338"/>
            <a:ext cx="1201325" cy="1225252"/>
            <a:chOff x="2769600" y="1182688"/>
            <a:chExt cx="1201325" cy="1225252"/>
          </a:xfrm>
        </p:grpSpPr>
        <p:pic>
          <p:nvPicPr>
            <p:cNvPr id="75" name="Graphic 8">
              <a:extLst>
                <a:ext uri="{FF2B5EF4-FFF2-40B4-BE49-F238E27FC236}">
                  <a16:creationId xmlns:a16="http://schemas.microsoft.com/office/drawing/2014/main" id="{3918F4D2-082D-73EE-8F37-93A903C875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TextBox 9">
              <a:extLst>
                <a:ext uri="{FF2B5EF4-FFF2-40B4-BE49-F238E27FC236}">
                  <a16:creationId xmlns:a16="http://schemas.microsoft.com/office/drawing/2014/main" id="{66AF71A5-4ECE-C31C-1300-EB2253E3C8E2}"/>
                </a:ext>
              </a:extLst>
            </p:cNvPr>
            <p:cNvSpPr txBox="1">
              <a:spLocks noChangeArrowheads="1"/>
            </p:cNvSpPr>
            <p:nvPr/>
          </p:nvSpPr>
          <p:spPr bwMode="auto">
            <a:xfrm>
              <a:off x="2769600" y="1946275"/>
              <a:ext cx="120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Processed Bucket</a:t>
              </a:r>
            </a:p>
          </p:txBody>
        </p:sp>
      </p:grpSp>
      <p:grpSp>
        <p:nvGrpSpPr>
          <p:cNvPr id="80" name="Group 79">
            <a:extLst>
              <a:ext uri="{FF2B5EF4-FFF2-40B4-BE49-F238E27FC236}">
                <a16:creationId xmlns:a16="http://schemas.microsoft.com/office/drawing/2014/main" id="{66528839-2A31-CADA-1BEE-53EFF86CBAC5}"/>
              </a:ext>
            </a:extLst>
          </p:cNvPr>
          <p:cNvGrpSpPr/>
          <p:nvPr/>
        </p:nvGrpSpPr>
        <p:grpSpPr>
          <a:xfrm>
            <a:off x="10281038" y="4591758"/>
            <a:ext cx="1201325" cy="1225252"/>
            <a:chOff x="2769600" y="1182688"/>
            <a:chExt cx="1201325" cy="1225252"/>
          </a:xfrm>
        </p:grpSpPr>
        <p:pic>
          <p:nvPicPr>
            <p:cNvPr id="82" name="Graphic 8">
              <a:extLst>
                <a:ext uri="{FF2B5EF4-FFF2-40B4-BE49-F238E27FC236}">
                  <a16:creationId xmlns:a16="http://schemas.microsoft.com/office/drawing/2014/main" id="{D49093DF-A646-D09E-67D6-58732C6334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TextBox 9">
              <a:extLst>
                <a:ext uri="{FF2B5EF4-FFF2-40B4-BE49-F238E27FC236}">
                  <a16:creationId xmlns:a16="http://schemas.microsoft.com/office/drawing/2014/main" id="{228B323C-F4C6-443A-23B0-AFA57562FF39}"/>
                </a:ext>
              </a:extLst>
            </p:cNvPr>
            <p:cNvSpPr txBox="1">
              <a:spLocks noChangeArrowheads="1"/>
            </p:cNvSpPr>
            <p:nvPr/>
          </p:nvSpPr>
          <p:spPr bwMode="auto">
            <a:xfrm>
              <a:off x="2769600" y="1946275"/>
              <a:ext cx="120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Curated Bucket</a:t>
              </a:r>
            </a:p>
          </p:txBody>
        </p:sp>
      </p:grpSp>
    </p:spTree>
    <p:extLst>
      <p:ext uri="{BB962C8B-B14F-4D97-AF65-F5344CB8AC3E}">
        <p14:creationId xmlns:p14="http://schemas.microsoft.com/office/powerpoint/2010/main" val="2952469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208D92-44E3-4E1E-9C04-0E3584FAEB8D}"/>
              </a:ext>
            </a:extLst>
          </p:cNvPr>
          <p:cNvSpPr>
            <a:spLocks noGrp="1"/>
          </p:cNvSpPr>
          <p:nvPr>
            <p:ph type="sldNum" sz="quarter" idx="12"/>
          </p:nvPr>
        </p:nvSpPr>
        <p:spPr/>
        <p:txBody>
          <a:bodyPr/>
          <a:lstStyle/>
          <a:p>
            <a:fld id="{B6A95138-A96E-2F42-A959-2EFD44FE4AB7}" type="slidenum">
              <a:rPr lang="en-US" smtClean="0"/>
              <a:pPr/>
              <a:t>3</a:t>
            </a:fld>
            <a:endParaRPr lang="en-US" dirty="0"/>
          </a:p>
        </p:txBody>
      </p:sp>
      <p:sp>
        <p:nvSpPr>
          <p:cNvPr id="2" name="Footer Placeholder 1">
            <a:extLst>
              <a:ext uri="{FF2B5EF4-FFF2-40B4-BE49-F238E27FC236}">
                <a16:creationId xmlns:a16="http://schemas.microsoft.com/office/drawing/2014/main" id="{2CF42A55-80A4-4D5F-A2D2-E5E76F66867B}"/>
              </a:ext>
            </a:extLst>
          </p:cNvPr>
          <p:cNvSpPr>
            <a:spLocks noGrp="1"/>
          </p:cNvSpPr>
          <p:nvPr>
            <p:ph type="ftr" sz="quarter" idx="3"/>
          </p:nvPr>
        </p:nvSpPr>
        <p:spPr/>
        <p:txBody>
          <a:bodyPr/>
          <a:lstStyle/>
          <a:p>
            <a:r>
              <a:rPr lang="en-US"/>
              <a:t>© 2021 Amazon Web Services, Inc. or its Affiliates. All rights reserved.</a:t>
            </a:r>
            <a:endParaRPr lang="en-US" dirty="0"/>
          </a:p>
        </p:txBody>
      </p:sp>
      <p:sp>
        <p:nvSpPr>
          <p:cNvPr id="6" name="Title 5">
            <a:extLst>
              <a:ext uri="{FF2B5EF4-FFF2-40B4-BE49-F238E27FC236}">
                <a16:creationId xmlns:a16="http://schemas.microsoft.com/office/drawing/2014/main" id="{5D03EC85-D49B-4FC2-9F79-A6F1CB9538CD}"/>
              </a:ext>
            </a:extLst>
          </p:cNvPr>
          <p:cNvSpPr>
            <a:spLocks noGrp="1"/>
          </p:cNvSpPr>
          <p:nvPr>
            <p:ph type="title"/>
          </p:nvPr>
        </p:nvSpPr>
        <p:spPr>
          <a:xfrm>
            <a:off x="2214578" y="233327"/>
            <a:ext cx="7280825" cy="507020"/>
          </a:xfrm>
          <a:ln>
            <a:solidFill>
              <a:srgbClr val="FFC000"/>
            </a:solidFill>
          </a:ln>
        </p:spPr>
        <p:txBody>
          <a:bodyPr/>
          <a:lstStyle/>
          <a:p>
            <a:pPr algn="ctr"/>
            <a:r>
              <a:rPr lang="en-US" sz="3200" b="1" dirty="0">
                <a:solidFill>
                  <a:srgbClr val="C00000"/>
                </a:solidFill>
                <a:latin typeface="Arial Rounded MT Bold" panose="020F0704030504030204" pitchFamily="34" charset="0"/>
              </a:rPr>
              <a:t>Demo: </a:t>
            </a:r>
            <a:r>
              <a:rPr lang="en-US" sz="3200" dirty="0">
                <a:latin typeface="Arial Rounded MT Bold" panose="020F0704030504030204" pitchFamily="34" charset="0"/>
              </a:rPr>
              <a:t>Crawl and Catalog</a:t>
            </a:r>
            <a:endParaRPr lang="en-GB" sz="3200" dirty="0">
              <a:latin typeface="Arial Rounded MT Bold" panose="020F0704030504030204" pitchFamily="34" charset="0"/>
            </a:endParaRPr>
          </a:p>
        </p:txBody>
      </p:sp>
      <p:sp>
        <p:nvSpPr>
          <p:cNvPr id="74" name="Rectangle 73">
            <a:extLst>
              <a:ext uri="{FF2B5EF4-FFF2-40B4-BE49-F238E27FC236}">
                <a16:creationId xmlns:a16="http://schemas.microsoft.com/office/drawing/2014/main" id="{F2D72FAF-ACFF-4DE5-93E9-A88DA54865ED}"/>
              </a:ext>
            </a:extLst>
          </p:cNvPr>
          <p:cNvSpPr/>
          <p:nvPr/>
        </p:nvSpPr>
        <p:spPr>
          <a:xfrm>
            <a:off x="3276480" y="1719400"/>
            <a:ext cx="8447207" cy="4519736"/>
          </a:xfrm>
          <a:prstGeom prst="rect">
            <a:avLst/>
          </a:prstGeom>
          <a:solidFill>
            <a:schemeClr val="bg2">
              <a:lumMod val="95000"/>
            </a:schemeClr>
          </a:solidFill>
          <a:ln w="12700">
            <a:solidFill>
              <a:srgbClr val="CD2264"/>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200" dirty="0">
              <a:solidFill>
                <a:srgbClr val="CD2264"/>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C74F612-7004-4557-B7BE-B07CE29501D0}"/>
              </a:ext>
            </a:extLst>
          </p:cNvPr>
          <p:cNvGrpSpPr/>
          <p:nvPr/>
        </p:nvGrpSpPr>
        <p:grpSpPr>
          <a:xfrm>
            <a:off x="5122588" y="3992451"/>
            <a:ext cx="1337096" cy="1223665"/>
            <a:chOff x="2292350" y="3390839"/>
            <a:chExt cx="1337096" cy="1223665"/>
          </a:xfrm>
        </p:grpSpPr>
        <p:pic>
          <p:nvPicPr>
            <p:cNvPr id="7" name="Graphic 9">
              <a:extLst>
                <a:ext uri="{FF2B5EF4-FFF2-40B4-BE49-F238E27FC236}">
                  <a16:creationId xmlns:a16="http://schemas.microsoft.com/office/drawing/2014/main" id="{F3E68FBD-EA01-48BB-92A3-242EE6940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688"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7">
              <a:extLst>
                <a:ext uri="{FF2B5EF4-FFF2-40B4-BE49-F238E27FC236}">
                  <a16:creationId xmlns:a16="http://schemas.microsoft.com/office/drawing/2014/main" id="{5F4A84B1-EC3C-4FD2-BCEC-8A624B81BDD6}"/>
                </a:ext>
              </a:extLst>
            </p:cNvPr>
            <p:cNvSpPr txBox="1">
              <a:spLocks noChangeArrowheads="1"/>
            </p:cNvSpPr>
            <p:nvPr/>
          </p:nvSpPr>
          <p:spPr bwMode="auto">
            <a:xfrm>
              <a:off x="2292350" y="4152839"/>
              <a:ext cx="1337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200" dirty="0">
                  <a:latin typeface="Arial" panose="020B0604020202020204" pitchFamily="34" charset="0"/>
                  <a:ea typeface="Amazon Ember" panose="020B0603020204020204" pitchFamily="34" charset="0"/>
                  <a:cs typeface="Arial" panose="020B0604020202020204" pitchFamily="34" charset="0"/>
                </a:rPr>
              </a:br>
              <a:r>
                <a:rPr lang="en-US" altLang="en-US" sz="1200" dirty="0">
                  <a:latin typeface="Arial" panose="020B0604020202020204" pitchFamily="34" charset="0"/>
                  <a:ea typeface="Amazon Ember" panose="020B0603020204020204" pitchFamily="34" charset="0"/>
                  <a:cs typeface="Arial" panose="020B0604020202020204" pitchFamily="34" charset="0"/>
                </a:rPr>
                <a:t>Data Streams</a:t>
              </a:r>
            </a:p>
          </p:txBody>
        </p:sp>
      </p:grpSp>
      <p:grpSp>
        <p:nvGrpSpPr>
          <p:cNvPr id="5" name="Group 4">
            <a:extLst>
              <a:ext uri="{FF2B5EF4-FFF2-40B4-BE49-F238E27FC236}">
                <a16:creationId xmlns:a16="http://schemas.microsoft.com/office/drawing/2014/main" id="{CA68D0F6-423C-4155-B5FB-6A4821FF76F0}"/>
              </a:ext>
            </a:extLst>
          </p:cNvPr>
          <p:cNvGrpSpPr/>
          <p:nvPr/>
        </p:nvGrpSpPr>
        <p:grpSpPr>
          <a:xfrm>
            <a:off x="6840525" y="3990851"/>
            <a:ext cx="1481917" cy="1204187"/>
            <a:chOff x="4781280" y="3390839"/>
            <a:chExt cx="1481917" cy="1204187"/>
          </a:xfrm>
        </p:grpSpPr>
        <p:pic>
          <p:nvPicPr>
            <p:cNvPr id="10" name="Graphic 12">
              <a:extLst>
                <a:ext uri="{FF2B5EF4-FFF2-40B4-BE49-F238E27FC236}">
                  <a16:creationId xmlns:a16="http://schemas.microsoft.com/office/drawing/2014/main" id="{3F3A9D61-C49D-43CE-B8E3-54B5867B2E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6805"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9">
              <a:extLst>
                <a:ext uri="{FF2B5EF4-FFF2-40B4-BE49-F238E27FC236}">
                  <a16:creationId xmlns:a16="http://schemas.microsoft.com/office/drawing/2014/main" id="{39597107-B6DC-4F99-AFF7-C1A695A4AFC3}"/>
                </a:ext>
              </a:extLst>
            </p:cNvPr>
            <p:cNvSpPr txBox="1">
              <a:spLocks noChangeArrowheads="1"/>
            </p:cNvSpPr>
            <p:nvPr/>
          </p:nvSpPr>
          <p:spPr bwMode="auto">
            <a:xfrm>
              <a:off x="4781280" y="4133361"/>
              <a:ext cx="14819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200" dirty="0">
                  <a:latin typeface="Arial" panose="020B0604020202020204" pitchFamily="34" charset="0"/>
                  <a:ea typeface="Amazon Ember" panose="020B0603020204020204" pitchFamily="34" charset="0"/>
                  <a:cs typeface="Arial" panose="020B0604020202020204" pitchFamily="34" charset="0"/>
                </a:rPr>
              </a:br>
              <a:r>
                <a:rPr lang="en-US" altLang="en-US" sz="1200" dirty="0">
                  <a:latin typeface="Arial" panose="020B0604020202020204" pitchFamily="34" charset="0"/>
                  <a:ea typeface="Amazon Ember" panose="020B0603020204020204" pitchFamily="34" charset="0"/>
                  <a:cs typeface="Arial" panose="020B0604020202020204" pitchFamily="34" charset="0"/>
                </a:rPr>
                <a:t>Data Firehose</a:t>
              </a:r>
            </a:p>
          </p:txBody>
        </p:sp>
      </p:grpSp>
      <p:grpSp>
        <p:nvGrpSpPr>
          <p:cNvPr id="22" name="Group 21">
            <a:extLst>
              <a:ext uri="{FF2B5EF4-FFF2-40B4-BE49-F238E27FC236}">
                <a16:creationId xmlns:a16="http://schemas.microsoft.com/office/drawing/2014/main" id="{8F0CEC4F-3015-47AA-A540-36BBD136C667}"/>
              </a:ext>
            </a:extLst>
          </p:cNvPr>
          <p:cNvGrpSpPr/>
          <p:nvPr/>
        </p:nvGrpSpPr>
        <p:grpSpPr>
          <a:xfrm>
            <a:off x="8759124" y="3988832"/>
            <a:ext cx="1201325" cy="1040586"/>
            <a:chOff x="2769600" y="1182688"/>
            <a:chExt cx="1201325" cy="1040586"/>
          </a:xfrm>
        </p:grpSpPr>
        <p:pic>
          <p:nvPicPr>
            <p:cNvPr id="20" name="Graphic 8">
              <a:extLst>
                <a:ext uri="{FF2B5EF4-FFF2-40B4-BE49-F238E27FC236}">
                  <a16:creationId xmlns:a16="http://schemas.microsoft.com/office/drawing/2014/main" id="{CBD8138D-3C1C-4F66-8A03-F6E17D6DDA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9">
              <a:extLst>
                <a:ext uri="{FF2B5EF4-FFF2-40B4-BE49-F238E27FC236}">
                  <a16:creationId xmlns:a16="http://schemas.microsoft.com/office/drawing/2014/main" id="{628B31BF-5825-4D82-83BA-E1DFE497CA9E}"/>
                </a:ext>
              </a:extLst>
            </p:cNvPr>
            <p:cNvSpPr txBox="1">
              <a:spLocks noChangeArrowheads="1"/>
            </p:cNvSpPr>
            <p:nvPr/>
          </p:nvSpPr>
          <p:spPr bwMode="auto">
            <a:xfrm>
              <a:off x="2769600" y="1946275"/>
              <a:ext cx="120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Raw Bucket</a:t>
              </a:r>
            </a:p>
          </p:txBody>
        </p:sp>
      </p:grpSp>
      <p:sp>
        <p:nvSpPr>
          <p:cNvPr id="27" name="TextBox 26">
            <a:extLst>
              <a:ext uri="{FF2B5EF4-FFF2-40B4-BE49-F238E27FC236}">
                <a16:creationId xmlns:a16="http://schemas.microsoft.com/office/drawing/2014/main" id="{C451CA25-D4A9-45EE-A688-B7811BB693E3}"/>
              </a:ext>
            </a:extLst>
          </p:cNvPr>
          <p:cNvSpPr txBox="1"/>
          <p:nvPr/>
        </p:nvSpPr>
        <p:spPr>
          <a:xfrm>
            <a:off x="4495509" y="4060807"/>
            <a:ext cx="819185" cy="261610"/>
          </a:xfrm>
          <a:prstGeom prst="rect">
            <a:avLst/>
          </a:prstGeom>
          <a:solidFill>
            <a:schemeClr val="tx1">
              <a:lumMod val="85000"/>
              <a:lumOff val="15000"/>
            </a:schemeClr>
          </a:solidFill>
        </p:spPr>
        <p:txBody>
          <a:bodyPr wrap="square" rtlCol="0">
            <a:spAutoFit/>
          </a:bodyPr>
          <a:lstStyle/>
          <a:p>
            <a:pPr algn="ctr"/>
            <a:r>
              <a:rPr lang="en-US" sz="1100" dirty="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rPr>
              <a:t>Ingest</a:t>
            </a:r>
          </a:p>
        </p:txBody>
      </p:sp>
      <p:sp>
        <p:nvSpPr>
          <p:cNvPr id="28" name="TextBox 27">
            <a:extLst>
              <a:ext uri="{FF2B5EF4-FFF2-40B4-BE49-F238E27FC236}">
                <a16:creationId xmlns:a16="http://schemas.microsoft.com/office/drawing/2014/main" id="{DBDD9198-CAA0-47C6-BF73-00830132A545}"/>
              </a:ext>
            </a:extLst>
          </p:cNvPr>
          <p:cNvSpPr txBox="1"/>
          <p:nvPr/>
        </p:nvSpPr>
        <p:spPr>
          <a:xfrm>
            <a:off x="6327016" y="4060807"/>
            <a:ext cx="730167"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Ingest</a:t>
            </a:r>
          </a:p>
        </p:txBody>
      </p:sp>
      <p:cxnSp>
        <p:nvCxnSpPr>
          <p:cNvPr id="32" name="Straight Arrow Connector 31">
            <a:extLst>
              <a:ext uri="{FF2B5EF4-FFF2-40B4-BE49-F238E27FC236}">
                <a16:creationId xmlns:a16="http://schemas.microsoft.com/office/drawing/2014/main" id="{C1DBD2D0-A1EB-463D-8191-5BCCB9D1E1AA}"/>
              </a:ext>
            </a:extLst>
          </p:cNvPr>
          <p:cNvCxnSpPr>
            <a:cxnSpLocks/>
            <a:stCxn id="7" idx="3"/>
            <a:endCxn id="10" idx="1"/>
          </p:cNvCxnSpPr>
          <p:nvPr/>
        </p:nvCxnSpPr>
        <p:spPr>
          <a:xfrm flipV="1">
            <a:off x="6171926" y="4371851"/>
            <a:ext cx="1054124" cy="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D4FD4BB-4DCB-47DD-A540-C18635F50071}"/>
              </a:ext>
            </a:extLst>
          </p:cNvPr>
          <p:cNvCxnSpPr>
            <a:cxnSpLocks/>
            <a:stCxn id="10" idx="3"/>
            <a:endCxn id="20" idx="1"/>
          </p:cNvCxnSpPr>
          <p:nvPr/>
        </p:nvCxnSpPr>
        <p:spPr>
          <a:xfrm flipV="1">
            <a:off x="7988050" y="4369832"/>
            <a:ext cx="990737" cy="2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CA70EBB-4A6C-4E84-9962-C7368F5D6CC3}"/>
              </a:ext>
            </a:extLst>
          </p:cNvPr>
          <p:cNvCxnSpPr>
            <a:cxnSpLocks/>
            <a:stCxn id="59" idx="3"/>
            <a:endCxn id="7" idx="1"/>
          </p:cNvCxnSpPr>
          <p:nvPr/>
        </p:nvCxnSpPr>
        <p:spPr>
          <a:xfrm flipV="1">
            <a:off x="4397604" y="4373451"/>
            <a:ext cx="1012322" cy="8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9943D69-C436-3735-5D8A-915627FFAD4C}"/>
              </a:ext>
            </a:extLst>
          </p:cNvPr>
          <p:cNvGrpSpPr/>
          <p:nvPr/>
        </p:nvGrpSpPr>
        <p:grpSpPr>
          <a:xfrm>
            <a:off x="2229597" y="3284528"/>
            <a:ext cx="1096648" cy="2386791"/>
            <a:chOff x="1992915" y="2992841"/>
            <a:chExt cx="1646212" cy="2386791"/>
          </a:xfrm>
        </p:grpSpPr>
        <p:cxnSp>
          <p:nvCxnSpPr>
            <p:cNvPr id="31" name="Curved Connector 263">
              <a:extLst>
                <a:ext uri="{FF2B5EF4-FFF2-40B4-BE49-F238E27FC236}">
                  <a16:creationId xmlns:a16="http://schemas.microsoft.com/office/drawing/2014/main" id="{C6A69109-A1C8-B6FF-2216-27D818AFAF85}"/>
                </a:ext>
                <a:ext uri="{C183D7F6-B498-43B3-948B-1728B52AA6E4}">
                  <adec:decorative xmlns:adec="http://schemas.microsoft.com/office/drawing/2017/decorative" val="1"/>
                </a:ext>
              </a:extLst>
            </p:cNvPr>
            <p:cNvCxnSpPr>
              <a:cxnSpLocks/>
            </p:cNvCxnSpPr>
            <p:nvPr/>
          </p:nvCxnSpPr>
          <p:spPr>
            <a:xfrm>
              <a:off x="2030312" y="2992841"/>
              <a:ext cx="1424088" cy="706323"/>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265">
              <a:extLst>
                <a:ext uri="{FF2B5EF4-FFF2-40B4-BE49-F238E27FC236}">
                  <a16:creationId xmlns:a16="http://schemas.microsoft.com/office/drawing/2014/main" id="{DD6C0E15-356D-96C5-F422-D19DABB493FA}"/>
                </a:ext>
                <a:ext uri="{C183D7F6-B498-43B3-948B-1728B52AA6E4}">
                  <adec:decorative xmlns:adec="http://schemas.microsoft.com/office/drawing/2017/decorative" val="1"/>
                </a:ext>
              </a:extLst>
            </p:cNvPr>
            <p:cNvCxnSpPr>
              <a:cxnSpLocks/>
            </p:cNvCxnSpPr>
            <p:nvPr/>
          </p:nvCxnSpPr>
          <p:spPr>
            <a:xfrm>
              <a:off x="1992915" y="3256817"/>
              <a:ext cx="1396269" cy="28994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266">
              <a:extLst>
                <a:ext uri="{FF2B5EF4-FFF2-40B4-BE49-F238E27FC236}">
                  <a16:creationId xmlns:a16="http://schemas.microsoft.com/office/drawing/2014/main" id="{89995B8B-4901-6F83-C75E-53CE5F8C5208}"/>
                </a:ext>
                <a:ext uri="{C183D7F6-B498-43B3-948B-1728B52AA6E4}">
                  <adec:decorative xmlns:adec="http://schemas.microsoft.com/office/drawing/2017/decorative" val="1"/>
                </a:ext>
              </a:extLst>
            </p:cNvPr>
            <p:cNvCxnSpPr>
              <a:cxnSpLocks/>
            </p:cNvCxnSpPr>
            <p:nvPr/>
          </p:nvCxnSpPr>
          <p:spPr>
            <a:xfrm>
              <a:off x="2297715" y="3721555"/>
              <a:ext cx="930846" cy="17837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267">
              <a:extLst>
                <a:ext uri="{FF2B5EF4-FFF2-40B4-BE49-F238E27FC236}">
                  <a16:creationId xmlns:a16="http://schemas.microsoft.com/office/drawing/2014/main" id="{9632692F-69CC-D67B-3F26-5000A8E4F6C6}"/>
                </a:ext>
                <a:ext uri="{C183D7F6-B498-43B3-948B-1728B52AA6E4}">
                  <adec:decorative xmlns:adec="http://schemas.microsoft.com/office/drawing/2017/decorative" val="1"/>
                </a:ext>
              </a:extLst>
            </p:cNvPr>
            <p:cNvCxnSpPr>
              <a:cxnSpLocks/>
            </p:cNvCxnSpPr>
            <p:nvPr/>
          </p:nvCxnSpPr>
          <p:spPr>
            <a:xfrm flipV="1">
              <a:off x="2345071" y="4078705"/>
              <a:ext cx="970784" cy="110026"/>
            </a:xfrm>
            <a:prstGeom prst="curvedConnector3">
              <a:avLst>
                <a:gd name="adj1" fmla="val 3668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268">
              <a:extLst>
                <a:ext uri="{FF2B5EF4-FFF2-40B4-BE49-F238E27FC236}">
                  <a16:creationId xmlns:a16="http://schemas.microsoft.com/office/drawing/2014/main" id="{D5414CA3-AC57-3C47-DDCF-692AC88C47E4}"/>
                </a:ext>
                <a:ext uri="{C183D7F6-B498-43B3-948B-1728B52AA6E4}">
                  <adec:decorative xmlns:adec="http://schemas.microsoft.com/office/drawing/2017/decorative" val="1"/>
                </a:ext>
              </a:extLst>
            </p:cNvPr>
            <p:cNvCxnSpPr>
              <a:cxnSpLocks/>
            </p:cNvCxnSpPr>
            <p:nvPr/>
          </p:nvCxnSpPr>
          <p:spPr>
            <a:xfrm flipV="1">
              <a:off x="2276933" y="4279466"/>
              <a:ext cx="951628" cy="181698"/>
            </a:xfrm>
            <a:prstGeom prst="curvedConnector3">
              <a:avLst>
                <a:gd name="adj1" fmla="val 296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269">
              <a:extLst>
                <a:ext uri="{FF2B5EF4-FFF2-40B4-BE49-F238E27FC236}">
                  <a16:creationId xmlns:a16="http://schemas.microsoft.com/office/drawing/2014/main" id="{017C1205-F08B-8025-C368-DDC65F2634FA}"/>
                </a:ext>
                <a:ext uri="{C183D7F6-B498-43B3-948B-1728B52AA6E4}">
                  <adec:decorative xmlns:adec="http://schemas.microsoft.com/office/drawing/2017/decorative" val="1"/>
                </a:ext>
              </a:extLst>
            </p:cNvPr>
            <p:cNvCxnSpPr>
              <a:cxnSpLocks/>
            </p:cNvCxnSpPr>
            <p:nvPr/>
          </p:nvCxnSpPr>
          <p:spPr>
            <a:xfrm flipV="1">
              <a:off x="2283299" y="4367511"/>
              <a:ext cx="1171101" cy="61406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urved Connector 270">
              <a:extLst>
                <a:ext uri="{FF2B5EF4-FFF2-40B4-BE49-F238E27FC236}">
                  <a16:creationId xmlns:a16="http://schemas.microsoft.com/office/drawing/2014/main" id="{96CA40AC-A9BD-86C9-AF15-43DCA03ED90A}"/>
                </a:ext>
                <a:ext uri="{C183D7F6-B498-43B3-948B-1728B52AA6E4}">
                  <adec:decorative xmlns:adec="http://schemas.microsoft.com/office/drawing/2017/decorative" val="1"/>
                </a:ext>
              </a:extLst>
            </p:cNvPr>
            <p:cNvCxnSpPr>
              <a:cxnSpLocks/>
            </p:cNvCxnSpPr>
            <p:nvPr/>
          </p:nvCxnSpPr>
          <p:spPr>
            <a:xfrm flipV="1">
              <a:off x="2403426" y="4490696"/>
              <a:ext cx="1094246" cy="15072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271">
              <a:extLst>
                <a:ext uri="{FF2B5EF4-FFF2-40B4-BE49-F238E27FC236}">
                  <a16:creationId xmlns:a16="http://schemas.microsoft.com/office/drawing/2014/main" id="{8F02F3C9-E31C-C67A-C8BE-02856D5E00A4}"/>
                </a:ext>
                <a:ext uri="{C183D7F6-B498-43B3-948B-1728B52AA6E4}">
                  <adec:decorative xmlns:adec="http://schemas.microsoft.com/office/drawing/2017/decorative" val="1"/>
                </a:ext>
              </a:extLst>
            </p:cNvPr>
            <p:cNvCxnSpPr>
              <a:cxnSpLocks/>
            </p:cNvCxnSpPr>
            <p:nvPr/>
          </p:nvCxnSpPr>
          <p:spPr>
            <a:xfrm>
              <a:off x="2080551" y="3491579"/>
              <a:ext cx="1411246" cy="34797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272">
              <a:extLst>
                <a:ext uri="{FF2B5EF4-FFF2-40B4-BE49-F238E27FC236}">
                  <a16:creationId xmlns:a16="http://schemas.microsoft.com/office/drawing/2014/main" id="{351A3933-63DD-8648-AD65-01E5A38CD74C}"/>
                </a:ext>
                <a:ext uri="{C183D7F6-B498-43B3-948B-1728B52AA6E4}">
                  <adec:decorative xmlns:adec="http://schemas.microsoft.com/office/drawing/2017/decorative" val="1"/>
                </a:ext>
              </a:extLst>
            </p:cNvPr>
            <p:cNvCxnSpPr>
              <a:cxnSpLocks/>
            </p:cNvCxnSpPr>
            <p:nvPr/>
          </p:nvCxnSpPr>
          <p:spPr>
            <a:xfrm flipV="1">
              <a:off x="2080551" y="4619690"/>
              <a:ext cx="1558576" cy="65935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273">
              <a:extLst>
                <a:ext uri="{FF2B5EF4-FFF2-40B4-BE49-F238E27FC236}">
                  <a16:creationId xmlns:a16="http://schemas.microsoft.com/office/drawing/2014/main" id="{4B39A125-C251-F67E-C6DA-6F05BB99FD4B}"/>
                </a:ext>
                <a:ext uri="{C183D7F6-B498-43B3-948B-1728B52AA6E4}">
                  <adec:decorative xmlns:adec="http://schemas.microsoft.com/office/drawing/2017/decorative" val="1"/>
                </a:ext>
              </a:extLst>
            </p:cNvPr>
            <p:cNvCxnSpPr>
              <a:cxnSpLocks/>
            </p:cNvCxnSpPr>
            <p:nvPr/>
          </p:nvCxnSpPr>
          <p:spPr>
            <a:xfrm flipV="1">
              <a:off x="2080551" y="4748732"/>
              <a:ext cx="1308633" cy="63090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274">
              <a:extLst>
                <a:ext uri="{FF2B5EF4-FFF2-40B4-BE49-F238E27FC236}">
                  <a16:creationId xmlns:a16="http://schemas.microsoft.com/office/drawing/2014/main" id="{F76ACA98-5F73-1C7E-8E73-656A87498E38}"/>
                </a:ext>
                <a:ext uri="{C183D7F6-B498-43B3-948B-1728B52AA6E4}">
                  <adec:decorative xmlns:adec="http://schemas.microsoft.com/office/drawing/2017/decorative" val="1"/>
                </a:ext>
              </a:extLst>
            </p:cNvPr>
            <p:cNvCxnSpPr>
              <a:cxnSpLocks/>
            </p:cNvCxnSpPr>
            <p:nvPr/>
          </p:nvCxnSpPr>
          <p:spPr>
            <a:xfrm>
              <a:off x="2381790" y="3904020"/>
              <a:ext cx="1257337" cy="119090"/>
            </a:xfrm>
            <a:prstGeom prst="curvedConnector3">
              <a:avLst>
                <a:gd name="adj1" fmla="val 2649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45" name="Graphic 44">
            <a:extLst>
              <a:ext uri="{FF2B5EF4-FFF2-40B4-BE49-F238E27FC236}">
                <a16:creationId xmlns:a16="http://schemas.microsoft.com/office/drawing/2014/main" id="{6F5D7F2D-3ACC-8017-88D8-3AEBD9B170B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2186" y="4026903"/>
            <a:ext cx="712694" cy="555732"/>
          </a:xfrm>
          <a:prstGeom prst="rect">
            <a:avLst/>
          </a:prstGeom>
        </p:spPr>
      </p:pic>
      <p:pic>
        <p:nvPicPr>
          <p:cNvPr id="46" name="Graphic 45">
            <a:extLst>
              <a:ext uri="{FF2B5EF4-FFF2-40B4-BE49-F238E27FC236}">
                <a16:creationId xmlns:a16="http://schemas.microsoft.com/office/drawing/2014/main" id="{B73FF98B-FB5B-80EA-663F-73D880B6B63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3229" y="4882662"/>
            <a:ext cx="712694" cy="555732"/>
          </a:xfrm>
          <a:prstGeom prst="rect">
            <a:avLst/>
          </a:prstGeom>
        </p:spPr>
      </p:pic>
      <p:pic>
        <p:nvPicPr>
          <p:cNvPr id="47" name="Graphic 46">
            <a:extLst>
              <a:ext uri="{FF2B5EF4-FFF2-40B4-BE49-F238E27FC236}">
                <a16:creationId xmlns:a16="http://schemas.microsoft.com/office/drawing/2014/main" id="{7F65CF13-11A7-EE60-6D3F-7B81EB4811AD}"/>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1150" y="3207149"/>
            <a:ext cx="712694" cy="555732"/>
          </a:xfrm>
          <a:prstGeom prst="rect">
            <a:avLst/>
          </a:prstGeom>
        </p:spPr>
      </p:pic>
      <p:pic>
        <p:nvPicPr>
          <p:cNvPr id="48" name="Graphic 47">
            <a:extLst>
              <a:ext uri="{FF2B5EF4-FFF2-40B4-BE49-F238E27FC236}">
                <a16:creationId xmlns:a16="http://schemas.microsoft.com/office/drawing/2014/main" id="{93F519C3-1F9F-0242-5559-86C306AA4E6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9854" y="3591177"/>
            <a:ext cx="712694" cy="555732"/>
          </a:xfrm>
          <a:prstGeom prst="rect">
            <a:avLst/>
          </a:prstGeom>
        </p:spPr>
      </p:pic>
      <p:pic>
        <p:nvPicPr>
          <p:cNvPr id="51" name="Graphic 50">
            <a:extLst>
              <a:ext uri="{FF2B5EF4-FFF2-40B4-BE49-F238E27FC236}">
                <a16:creationId xmlns:a16="http://schemas.microsoft.com/office/drawing/2014/main" id="{4031537C-B117-61AE-DB63-ACCF0C40DB46}"/>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7666" y="4448840"/>
            <a:ext cx="712694" cy="555732"/>
          </a:xfrm>
          <a:prstGeom prst="rect">
            <a:avLst/>
          </a:prstGeom>
        </p:spPr>
      </p:pic>
      <p:grpSp>
        <p:nvGrpSpPr>
          <p:cNvPr id="58" name="Group 57">
            <a:extLst>
              <a:ext uri="{FF2B5EF4-FFF2-40B4-BE49-F238E27FC236}">
                <a16:creationId xmlns:a16="http://schemas.microsoft.com/office/drawing/2014/main" id="{71D20930-2328-385B-0710-DDD07D3DC90A}"/>
              </a:ext>
            </a:extLst>
          </p:cNvPr>
          <p:cNvGrpSpPr/>
          <p:nvPr/>
        </p:nvGrpSpPr>
        <p:grpSpPr>
          <a:xfrm>
            <a:off x="2897417" y="4000569"/>
            <a:ext cx="2243137" cy="1038999"/>
            <a:chOff x="2742559" y="5192270"/>
            <a:chExt cx="2243137" cy="1038999"/>
          </a:xfrm>
        </p:grpSpPr>
        <p:pic>
          <p:nvPicPr>
            <p:cNvPr id="59" name="Graphic 6">
              <a:extLst>
                <a:ext uri="{FF2B5EF4-FFF2-40B4-BE49-F238E27FC236}">
                  <a16:creationId xmlns:a16="http://schemas.microsoft.com/office/drawing/2014/main" id="{B53F406F-8EBF-3BDC-EDD1-35D35D9DB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0746" y="519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Box 9">
              <a:extLst>
                <a:ext uri="{FF2B5EF4-FFF2-40B4-BE49-F238E27FC236}">
                  <a16:creationId xmlns:a16="http://schemas.microsoft.com/office/drawing/2014/main" id="{90C7298C-E2FA-6B97-75AA-CD452F55E496}"/>
                </a:ext>
              </a:extLst>
            </p:cNvPr>
            <p:cNvSpPr txBox="1">
              <a:spLocks noChangeArrowheads="1"/>
            </p:cNvSpPr>
            <p:nvPr/>
          </p:nvSpPr>
          <p:spPr bwMode="auto">
            <a:xfrm>
              <a:off x="2742559" y="5954270"/>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IoT Core</a:t>
              </a:r>
            </a:p>
          </p:txBody>
        </p:sp>
      </p:grpSp>
      <p:sp>
        <p:nvSpPr>
          <p:cNvPr id="67" name="TextBox 66">
            <a:extLst>
              <a:ext uri="{FF2B5EF4-FFF2-40B4-BE49-F238E27FC236}">
                <a16:creationId xmlns:a16="http://schemas.microsoft.com/office/drawing/2014/main" id="{89DB713F-DB6A-4818-1D6D-25B831251F3B}"/>
              </a:ext>
            </a:extLst>
          </p:cNvPr>
          <p:cNvSpPr txBox="1"/>
          <p:nvPr/>
        </p:nvSpPr>
        <p:spPr>
          <a:xfrm>
            <a:off x="8131844" y="4053187"/>
            <a:ext cx="606379"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Load</a:t>
            </a:r>
          </a:p>
        </p:txBody>
      </p:sp>
      <p:sp>
        <p:nvSpPr>
          <p:cNvPr id="72" name="TextBox 9">
            <a:extLst>
              <a:ext uri="{FF2B5EF4-FFF2-40B4-BE49-F238E27FC236}">
                <a16:creationId xmlns:a16="http://schemas.microsoft.com/office/drawing/2014/main" id="{0002020A-6872-2E63-39D9-2DA7FC1976C8}"/>
              </a:ext>
            </a:extLst>
          </p:cNvPr>
          <p:cNvSpPr txBox="1">
            <a:spLocks noChangeArrowheads="1"/>
          </p:cNvSpPr>
          <p:nvPr/>
        </p:nvSpPr>
        <p:spPr bwMode="auto">
          <a:xfrm>
            <a:off x="1149987" y="5866048"/>
            <a:ext cx="12826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Self Driving Cars</a:t>
            </a:r>
          </a:p>
        </p:txBody>
      </p:sp>
      <p:grpSp>
        <p:nvGrpSpPr>
          <p:cNvPr id="14" name="Group 13">
            <a:extLst>
              <a:ext uri="{FF2B5EF4-FFF2-40B4-BE49-F238E27FC236}">
                <a16:creationId xmlns:a16="http://schemas.microsoft.com/office/drawing/2014/main" id="{4C070E13-6607-2446-55D4-99959DD947B1}"/>
              </a:ext>
            </a:extLst>
          </p:cNvPr>
          <p:cNvGrpSpPr/>
          <p:nvPr/>
        </p:nvGrpSpPr>
        <p:grpSpPr>
          <a:xfrm>
            <a:off x="8964525" y="2121547"/>
            <a:ext cx="1917521" cy="762000"/>
            <a:chOff x="7835871" y="1858573"/>
            <a:chExt cx="1917521" cy="762000"/>
          </a:xfrm>
        </p:grpSpPr>
        <p:pic>
          <p:nvPicPr>
            <p:cNvPr id="15" name="Graphic 6">
              <a:extLst>
                <a:ext uri="{FF2B5EF4-FFF2-40B4-BE49-F238E27FC236}">
                  <a16:creationId xmlns:a16="http://schemas.microsoft.com/office/drawing/2014/main" id="{32D45321-B5C4-72B7-BAA5-ED7D192123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0">
              <a:extLst>
                <a:ext uri="{FF2B5EF4-FFF2-40B4-BE49-F238E27FC236}">
                  <a16:creationId xmlns:a16="http://schemas.microsoft.com/office/drawing/2014/main" id="{7C781ED1-6C0A-B6DE-824D-2C408DE88CA5}"/>
                </a:ext>
              </a:extLst>
            </p:cNvPr>
            <p:cNvSpPr txBox="1">
              <a:spLocks noChangeArrowheads="1"/>
            </p:cNvSpPr>
            <p:nvPr/>
          </p:nvSpPr>
          <p:spPr bwMode="auto">
            <a:xfrm>
              <a:off x="8676509" y="2039733"/>
              <a:ext cx="10768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Glue</a:t>
              </a:r>
            </a:p>
          </p:txBody>
        </p:sp>
      </p:grpSp>
      <p:grpSp>
        <p:nvGrpSpPr>
          <p:cNvPr id="36" name="Group 35">
            <a:extLst>
              <a:ext uri="{FF2B5EF4-FFF2-40B4-BE49-F238E27FC236}">
                <a16:creationId xmlns:a16="http://schemas.microsoft.com/office/drawing/2014/main" id="{1EC8AEA2-780E-F96A-C31E-159056B49DD4}"/>
              </a:ext>
            </a:extLst>
          </p:cNvPr>
          <p:cNvGrpSpPr/>
          <p:nvPr/>
        </p:nvGrpSpPr>
        <p:grpSpPr>
          <a:xfrm>
            <a:off x="7994320" y="2214042"/>
            <a:ext cx="1268412" cy="688434"/>
            <a:chOff x="9106581" y="3070756"/>
            <a:chExt cx="1268412" cy="688434"/>
          </a:xfrm>
        </p:grpSpPr>
        <p:sp>
          <p:nvSpPr>
            <p:cNvPr id="17" name="TextBox 16">
              <a:extLst>
                <a:ext uri="{FF2B5EF4-FFF2-40B4-BE49-F238E27FC236}">
                  <a16:creationId xmlns:a16="http://schemas.microsoft.com/office/drawing/2014/main" id="{96CD18D8-1E51-F508-A6B9-A6C1134D00FE}"/>
                </a:ext>
              </a:extLst>
            </p:cNvPr>
            <p:cNvSpPr txBox="1">
              <a:spLocks noChangeArrowheads="1"/>
            </p:cNvSpPr>
            <p:nvPr/>
          </p:nvSpPr>
          <p:spPr bwMode="auto">
            <a:xfrm>
              <a:off x="9106581" y="3497580"/>
              <a:ext cx="126841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Crawler</a:t>
              </a:r>
            </a:p>
          </p:txBody>
        </p:sp>
        <p:pic>
          <p:nvPicPr>
            <p:cNvPr id="18" name="Graphic 7">
              <a:extLst>
                <a:ext uri="{FF2B5EF4-FFF2-40B4-BE49-F238E27FC236}">
                  <a16:creationId xmlns:a16="http://schemas.microsoft.com/office/drawing/2014/main" id="{05A39FB1-B9D9-0890-6F6A-39EDF9B0C8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12187" y="30707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3" name="Straight Arrow Connector 22">
            <a:extLst>
              <a:ext uri="{FF2B5EF4-FFF2-40B4-BE49-F238E27FC236}">
                <a16:creationId xmlns:a16="http://schemas.microsoft.com/office/drawing/2014/main" id="{42788FFE-89C6-45A7-E6E5-142557C165F5}"/>
              </a:ext>
            </a:extLst>
          </p:cNvPr>
          <p:cNvCxnSpPr>
            <a:cxnSpLocks/>
            <a:stCxn id="15" idx="2"/>
          </p:cNvCxnSpPr>
          <p:nvPr/>
        </p:nvCxnSpPr>
        <p:spPr>
          <a:xfrm>
            <a:off x="9345525" y="2883547"/>
            <a:ext cx="0" cy="110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A0A9805-09D7-CF3A-6B8C-C143C4058CC9}"/>
              </a:ext>
            </a:extLst>
          </p:cNvPr>
          <p:cNvSpPr txBox="1"/>
          <p:nvPr/>
        </p:nvSpPr>
        <p:spPr>
          <a:xfrm>
            <a:off x="9389993" y="3314849"/>
            <a:ext cx="606379"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Crawl</a:t>
            </a:r>
          </a:p>
        </p:txBody>
      </p:sp>
      <p:pic>
        <p:nvPicPr>
          <p:cNvPr id="49" name="Picture 48">
            <a:extLst>
              <a:ext uri="{FF2B5EF4-FFF2-40B4-BE49-F238E27FC236}">
                <a16:creationId xmlns:a16="http://schemas.microsoft.com/office/drawing/2014/main" id="{512A65F9-DA78-34E3-B7DD-2E852A40A976}"/>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484607" y="3284528"/>
            <a:ext cx="573365" cy="573365"/>
          </a:xfrm>
          <a:prstGeom prst="rect">
            <a:avLst/>
          </a:prstGeom>
        </p:spPr>
      </p:pic>
      <p:sp>
        <p:nvSpPr>
          <p:cNvPr id="50" name="TextBox 49">
            <a:extLst>
              <a:ext uri="{FF2B5EF4-FFF2-40B4-BE49-F238E27FC236}">
                <a16:creationId xmlns:a16="http://schemas.microsoft.com/office/drawing/2014/main" id="{CD1D8B60-EBC6-C9C7-44E3-54EF5B2016E3}"/>
              </a:ext>
              <a:ext uri="{C183D7F6-B498-43B3-948B-1728B52AA6E4}">
                <adec:decorative xmlns:adec="http://schemas.microsoft.com/office/drawing/2017/decorative" val="1"/>
              </a:ext>
            </a:extLst>
          </p:cNvPr>
          <p:cNvSpPr txBox="1">
            <a:spLocks noChangeArrowheads="1"/>
          </p:cNvSpPr>
          <p:nvPr/>
        </p:nvSpPr>
        <p:spPr bwMode="auto">
          <a:xfrm>
            <a:off x="10228643" y="3887184"/>
            <a:ext cx="10768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eaLnBrk="1" hangingPunct="1">
              <a:defRPr/>
            </a:pPr>
            <a:r>
              <a:rPr lang="en-US" altLang="en-US" sz="1200" dirty="0">
                <a:latin typeface="Arial" panose="020B0604020202020204" pitchFamily="34" charset="0"/>
                <a:cs typeface="Arial" panose="020B0604020202020204" pitchFamily="34" charset="0"/>
              </a:rPr>
              <a:t>AWS Glue Data Catalog</a:t>
            </a:r>
          </a:p>
        </p:txBody>
      </p:sp>
    </p:spTree>
    <p:extLst>
      <p:ext uri="{BB962C8B-B14F-4D97-AF65-F5344CB8AC3E}">
        <p14:creationId xmlns:p14="http://schemas.microsoft.com/office/powerpoint/2010/main" val="1884439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03EC85-D49B-4FC2-9F79-A6F1CB9538CD}"/>
              </a:ext>
            </a:extLst>
          </p:cNvPr>
          <p:cNvSpPr>
            <a:spLocks noGrp="1"/>
          </p:cNvSpPr>
          <p:nvPr>
            <p:ph type="title"/>
          </p:nvPr>
        </p:nvSpPr>
        <p:spPr>
          <a:xfrm>
            <a:off x="2214578" y="233327"/>
            <a:ext cx="7280825" cy="1023604"/>
          </a:xfrm>
          <a:ln>
            <a:solidFill>
              <a:srgbClr val="FFC000"/>
            </a:solidFill>
          </a:ln>
        </p:spPr>
        <p:txBody>
          <a:bodyPr/>
          <a:lstStyle/>
          <a:p>
            <a:pPr algn="ctr"/>
            <a:r>
              <a:rPr lang="en-US" sz="3200" b="1" dirty="0">
                <a:solidFill>
                  <a:srgbClr val="C00000"/>
                </a:solidFill>
                <a:latin typeface="Arial Rounded MT Bold" panose="020F0704030504030204" pitchFamily="34" charset="0"/>
              </a:rPr>
              <a:t>Demo: </a:t>
            </a:r>
            <a:r>
              <a:rPr lang="en-US" sz="3200" dirty="0">
                <a:latin typeface="Arial Rounded MT Bold" panose="020F0704030504030204" pitchFamily="34" charset="0"/>
              </a:rPr>
              <a:t>Transform, Format, Partition, Compress, Compact</a:t>
            </a:r>
            <a:endParaRPr lang="en-GB" sz="3200" dirty="0">
              <a:latin typeface="Arial Rounded MT Bold" panose="020F0704030504030204" pitchFamily="34" charset="0"/>
            </a:endParaRPr>
          </a:p>
        </p:txBody>
      </p:sp>
      <p:sp>
        <p:nvSpPr>
          <p:cNvPr id="74" name="Rectangle 73">
            <a:extLst>
              <a:ext uri="{FF2B5EF4-FFF2-40B4-BE49-F238E27FC236}">
                <a16:creationId xmlns:a16="http://schemas.microsoft.com/office/drawing/2014/main" id="{F2D72FAF-ACFF-4DE5-93E9-A88DA54865ED}"/>
              </a:ext>
            </a:extLst>
          </p:cNvPr>
          <p:cNvSpPr/>
          <p:nvPr/>
        </p:nvSpPr>
        <p:spPr>
          <a:xfrm>
            <a:off x="2629167" y="1495425"/>
            <a:ext cx="9372333" cy="5179851"/>
          </a:xfrm>
          <a:prstGeom prst="rect">
            <a:avLst/>
          </a:prstGeom>
          <a:solidFill>
            <a:schemeClr val="bg2">
              <a:lumMod val="95000"/>
            </a:schemeClr>
          </a:solidFill>
          <a:ln w="12700">
            <a:solidFill>
              <a:srgbClr val="CD2264"/>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rgbClr val="CD2264"/>
                </a:solidFill>
                <a:latin typeface="Arial" panose="020B0604020202020204" pitchFamily="34" charset="0"/>
                <a:cs typeface="Arial" panose="020B0604020202020204" pitchFamily="34" charset="0"/>
              </a:rPr>
              <a:t> </a:t>
            </a:r>
          </a:p>
        </p:txBody>
      </p:sp>
      <p:grpSp>
        <p:nvGrpSpPr>
          <p:cNvPr id="3" name="Group 2">
            <a:extLst>
              <a:ext uri="{FF2B5EF4-FFF2-40B4-BE49-F238E27FC236}">
                <a16:creationId xmlns:a16="http://schemas.microsoft.com/office/drawing/2014/main" id="{0C74F612-7004-4557-B7BE-B07CE29501D0}"/>
              </a:ext>
            </a:extLst>
          </p:cNvPr>
          <p:cNvGrpSpPr/>
          <p:nvPr/>
        </p:nvGrpSpPr>
        <p:grpSpPr>
          <a:xfrm>
            <a:off x="4475275" y="4428591"/>
            <a:ext cx="1337096" cy="1223665"/>
            <a:chOff x="2292350" y="3390839"/>
            <a:chExt cx="1337096" cy="1223665"/>
          </a:xfrm>
        </p:grpSpPr>
        <p:pic>
          <p:nvPicPr>
            <p:cNvPr id="7" name="Graphic 9">
              <a:extLst>
                <a:ext uri="{FF2B5EF4-FFF2-40B4-BE49-F238E27FC236}">
                  <a16:creationId xmlns:a16="http://schemas.microsoft.com/office/drawing/2014/main" id="{F3E68FBD-EA01-48BB-92A3-242EE6940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688"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7">
              <a:extLst>
                <a:ext uri="{FF2B5EF4-FFF2-40B4-BE49-F238E27FC236}">
                  <a16:creationId xmlns:a16="http://schemas.microsoft.com/office/drawing/2014/main" id="{5F4A84B1-EC3C-4FD2-BCEC-8A624B81BDD6}"/>
                </a:ext>
              </a:extLst>
            </p:cNvPr>
            <p:cNvSpPr txBox="1">
              <a:spLocks noChangeArrowheads="1"/>
            </p:cNvSpPr>
            <p:nvPr/>
          </p:nvSpPr>
          <p:spPr bwMode="auto">
            <a:xfrm>
              <a:off x="2292350" y="4152839"/>
              <a:ext cx="1337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200" dirty="0">
                  <a:latin typeface="Arial" panose="020B0604020202020204" pitchFamily="34" charset="0"/>
                  <a:ea typeface="Amazon Ember" panose="020B0603020204020204" pitchFamily="34" charset="0"/>
                  <a:cs typeface="Arial" panose="020B0604020202020204" pitchFamily="34" charset="0"/>
                </a:rPr>
              </a:br>
              <a:r>
                <a:rPr lang="en-US" altLang="en-US" sz="1200" dirty="0">
                  <a:latin typeface="Arial" panose="020B0604020202020204" pitchFamily="34" charset="0"/>
                  <a:ea typeface="Amazon Ember" panose="020B0603020204020204" pitchFamily="34" charset="0"/>
                  <a:cs typeface="Arial" panose="020B0604020202020204" pitchFamily="34" charset="0"/>
                </a:rPr>
                <a:t>Data Streams</a:t>
              </a:r>
            </a:p>
          </p:txBody>
        </p:sp>
      </p:grpSp>
      <p:grpSp>
        <p:nvGrpSpPr>
          <p:cNvPr id="5" name="Group 4">
            <a:extLst>
              <a:ext uri="{FF2B5EF4-FFF2-40B4-BE49-F238E27FC236}">
                <a16:creationId xmlns:a16="http://schemas.microsoft.com/office/drawing/2014/main" id="{CA68D0F6-423C-4155-B5FB-6A4821FF76F0}"/>
              </a:ext>
            </a:extLst>
          </p:cNvPr>
          <p:cNvGrpSpPr/>
          <p:nvPr/>
        </p:nvGrpSpPr>
        <p:grpSpPr>
          <a:xfrm>
            <a:off x="6193212" y="4426991"/>
            <a:ext cx="1481917" cy="1204187"/>
            <a:chOff x="4781280" y="3390839"/>
            <a:chExt cx="1481917" cy="1204187"/>
          </a:xfrm>
        </p:grpSpPr>
        <p:pic>
          <p:nvPicPr>
            <p:cNvPr id="10" name="Graphic 12">
              <a:extLst>
                <a:ext uri="{FF2B5EF4-FFF2-40B4-BE49-F238E27FC236}">
                  <a16:creationId xmlns:a16="http://schemas.microsoft.com/office/drawing/2014/main" id="{3F3A9D61-C49D-43CE-B8E3-54B5867B2E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6805"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9">
              <a:extLst>
                <a:ext uri="{FF2B5EF4-FFF2-40B4-BE49-F238E27FC236}">
                  <a16:creationId xmlns:a16="http://schemas.microsoft.com/office/drawing/2014/main" id="{39597107-B6DC-4F99-AFF7-C1A695A4AFC3}"/>
                </a:ext>
              </a:extLst>
            </p:cNvPr>
            <p:cNvSpPr txBox="1">
              <a:spLocks noChangeArrowheads="1"/>
            </p:cNvSpPr>
            <p:nvPr/>
          </p:nvSpPr>
          <p:spPr bwMode="auto">
            <a:xfrm>
              <a:off x="4781280" y="4133361"/>
              <a:ext cx="14819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200" dirty="0">
                  <a:latin typeface="Arial" panose="020B0604020202020204" pitchFamily="34" charset="0"/>
                  <a:ea typeface="Amazon Ember" panose="020B0603020204020204" pitchFamily="34" charset="0"/>
                  <a:cs typeface="Arial" panose="020B0604020202020204" pitchFamily="34" charset="0"/>
                </a:rPr>
              </a:br>
              <a:r>
                <a:rPr lang="en-US" altLang="en-US" sz="1200" dirty="0">
                  <a:latin typeface="Arial" panose="020B0604020202020204" pitchFamily="34" charset="0"/>
                  <a:ea typeface="Amazon Ember" panose="020B0603020204020204" pitchFamily="34" charset="0"/>
                  <a:cs typeface="Arial" panose="020B0604020202020204" pitchFamily="34" charset="0"/>
                </a:rPr>
                <a:t>Data Firehose</a:t>
              </a:r>
            </a:p>
          </p:txBody>
        </p:sp>
      </p:grpSp>
      <p:grpSp>
        <p:nvGrpSpPr>
          <p:cNvPr id="22" name="Group 21">
            <a:extLst>
              <a:ext uri="{FF2B5EF4-FFF2-40B4-BE49-F238E27FC236}">
                <a16:creationId xmlns:a16="http://schemas.microsoft.com/office/drawing/2014/main" id="{8F0CEC4F-3015-47AA-A540-36BBD136C667}"/>
              </a:ext>
            </a:extLst>
          </p:cNvPr>
          <p:cNvGrpSpPr/>
          <p:nvPr/>
        </p:nvGrpSpPr>
        <p:grpSpPr>
          <a:xfrm>
            <a:off x="8111811" y="4424972"/>
            <a:ext cx="1201325" cy="1040586"/>
            <a:chOff x="2769600" y="1182688"/>
            <a:chExt cx="1201325" cy="1040586"/>
          </a:xfrm>
        </p:grpSpPr>
        <p:pic>
          <p:nvPicPr>
            <p:cNvPr id="20" name="Graphic 8">
              <a:extLst>
                <a:ext uri="{FF2B5EF4-FFF2-40B4-BE49-F238E27FC236}">
                  <a16:creationId xmlns:a16="http://schemas.microsoft.com/office/drawing/2014/main" id="{CBD8138D-3C1C-4F66-8A03-F6E17D6DDA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9">
              <a:extLst>
                <a:ext uri="{FF2B5EF4-FFF2-40B4-BE49-F238E27FC236}">
                  <a16:creationId xmlns:a16="http://schemas.microsoft.com/office/drawing/2014/main" id="{628B31BF-5825-4D82-83BA-E1DFE497CA9E}"/>
                </a:ext>
              </a:extLst>
            </p:cNvPr>
            <p:cNvSpPr txBox="1">
              <a:spLocks noChangeArrowheads="1"/>
            </p:cNvSpPr>
            <p:nvPr/>
          </p:nvSpPr>
          <p:spPr bwMode="auto">
            <a:xfrm>
              <a:off x="2769600" y="1946275"/>
              <a:ext cx="12013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Raw Bucket</a:t>
              </a:r>
            </a:p>
          </p:txBody>
        </p:sp>
      </p:grpSp>
      <p:sp>
        <p:nvSpPr>
          <p:cNvPr id="27" name="TextBox 26">
            <a:extLst>
              <a:ext uri="{FF2B5EF4-FFF2-40B4-BE49-F238E27FC236}">
                <a16:creationId xmlns:a16="http://schemas.microsoft.com/office/drawing/2014/main" id="{C451CA25-D4A9-45EE-A688-B7811BB693E3}"/>
              </a:ext>
            </a:extLst>
          </p:cNvPr>
          <p:cNvSpPr txBox="1"/>
          <p:nvPr/>
        </p:nvSpPr>
        <p:spPr>
          <a:xfrm>
            <a:off x="3848196" y="4496947"/>
            <a:ext cx="819185" cy="261610"/>
          </a:xfrm>
          <a:prstGeom prst="rect">
            <a:avLst/>
          </a:prstGeom>
          <a:solidFill>
            <a:schemeClr val="tx1">
              <a:lumMod val="85000"/>
              <a:lumOff val="15000"/>
            </a:schemeClr>
          </a:solidFill>
        </p:spPr>
        <p:txBody>
          <a:bodyPr wrap="square" rtlCol="0">
            <a:spAutoFit/>
          </a:bodyPr>
          <a:lstStyle/>
          <a:p>
            <a:pPr algn="ctr"/>
            <a:r>
              <a:rPr lang="en-US" sz="1100" dirty="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rPr>
              <a:t>Ingest</a:t>
            </a:r>
          </a:p>
        </p:txBody>
      </p:sp>
      <p:sp>
        <p:nvSpPr>
          <p:cNvPr id="28" name="TextBox 27">
            <a:extLst>
              <a:ext uri="{FF2B5EF4-FFF2-40B4-BE49-F238E27FC236}">
                <a16:creationId xmlns:a16="http://schemas.microsoft.com/office/drawing/2014/main" id="{DBDD9198-CAA0-47C6-BF73-00830132A545}"/>
              </a:ext>
            </a:extLst>
          </p:cNvPr>
          <p:cNvSpPr txBox="1"/>
          <p:nvPr/>
        </p:nvSpPr>
        <p:spPr>
          <a:xfrm>
            <a:off x="5679703" y="4496947"/>
            <a:ext cx="730167"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Ingest</a:t>
            </a:r>
          </a:p>
        </p:txBody>
      </p:sp>
      <p:cxnSp>
        <p:nvCxnSpPr>
          <p:cNvPr id="32" name="Straight Arrow Connector 31">
            <a:extLst>
              <a:ext uri="{FF2B5EF4-FFF2-40B4-BE49-F238E27FC236}">
                <a16:creationId xmlns:a16="http://schemas.microsoft.com/office/drawing/2014/main" id="{C1DBD2D0-A1EB-463D-8191-5BCCB9D1E1AA}"/>
              </a:ext>
            </a:extLst>
          </p:cNvPr>
          <p:cNvCxnSpPr>
            <a:cxnSpLocks/>
            <a:stCxn id="7" idx="3"/>
            <a:endCxn id="10" idx="1"/>
          </p:cNvCxnSpPr>
          <p:nvPr/>
        </p:nvCxnSpPr>
        <p:spPr>
          <a:xfrm flipV="1">
            <a:off x="5524613" y="4807991"/>
            <a:ext cx="1054124" cy="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D4FD4BB-4DCB-47DD-A540-C18635F50071}"/>
              </a:ext>
            </a:extLst>
          </p:cNvPr>
          <p:cNvCxnSpPr>
            <a:cxnSpLocks/>
            <a:stCxn id="10" idx="3"/>
            <a:endCxn id="20" idx="1"/>
          </p:cNvCxnSpPr>
          <p:nvPr/>
        </p:nvCxnSpPr>
        <p:spPr>
          <a:xfrm flipV="1">
            <a:off x="7340737" y="4805972"/>
            <a:ext cx="990737" cy="2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CA70EBB-4A6C-4E84-9962-C7368F5D6CC3}"/>
              </a:ext>
            </a:extLst>
          </p:cNvPr>
          <p:cNvCxnSpPr>
            <a:cxnSpLocks/>
            <a:stCxn id="59" idx="3"/>
            <a:endCxn id="7" idx="1"/>
          </p:cNvCxnSpPr>
          <p:nvPr/>
        </p:nvCxnSpPr>
        <p:spPr>
          <a:xfrm flipV="1">
            <a:off x="3750291" y="4809591"/>
            <a:ext cx="1012322" cy="8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9943D69-C436-3735-5D8A-915627FFAD4C}"/>
              </a:ext>
            </a:extLst>
          </p:cNvPr>
          <p:cNvGrpSpPr/>
          <p:nvPr/>
        </p:nvGrpSpPr>
        <p:grpSpPr>
          <a:xfrm>
            <a:off x="1582284" y="3720668"/>
            <a:ext cx="1096648" cy="2386791"/>
            <a:chOff x="1992915" y="2992841"/>
            <a:chExt cx="1646212" cy="2386791"/>
          </a:xfrm>
        </p:grpSpPr>
        <p:cxnSp>
          <p:nvCxnSpPr>
            <p:cNvPr id="31" name="Curved Connector 263">
              <a:extLst>
                <a:ext uri="{FF2B5EF4-FFF2-40B4-BE49-F238E27FC236}">
                  <a16:creationId xmlns:a16="http://schemas.microsoft.com/office/drawing/2014/main" id="{C6A69109-A1C8-B6FF-2216-27D818AFAF85}"/>
                </a:ext>
                <a:ext uri="{C183D7F6-B498-43B3-948B-1728B52AA6E4}">
                  <adec:decorative xmlns:adec="http://schemas.microsoft.com/office/drawing/2017/decorative" val="1"/>
                </a:ext>
              </a:extLst>
            </p:cNvPr>
            <p:cNvCxnSpPr>
              <a:cxnSpLocks/>
            </p:cNvCxnSpPr>
            <p:nvPr/>
          </p:nvCxnSpPr>
          <p:spPr>
            <a:xfrm>
              <a:off x="2030312" y="2992841"/>
              <a:ext cx="1424088" cy="706323"/>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265">
              <a:extLst>
                <a:ext uri="{FF2B5EF4-FFF2-40B4-BE49-F238E27FC236}">
                  <a16:creationId xmlns:a16="http://schemas.microsoft.com/office/drawing/2014/main" id="{DD6C0E15-356D-96C5-F422-D19DABB493FA}"/>
                </a:ext>
                <a:ext uri="{C183D7F6-B498-43B3-948B-1728B52AA6E4}">
                  <adec:decorative xmlns:adec="http://schemas.microsoft.com/office/drawing/2017/decorative" val="1"/>
                </a:ext>
              </a:extLst>
            </p:cNvPr>
            <p:cNvCxnSpPr>
              <a:cxnSpLocks/>
            </p:cNvCxnSpPr>
            <p:nvPr/>
          </p:nvCxnSpPr>
          <p:spPr>
            <a:xfrm>
              <a:off x="1992915" y="3256817"/>
              <a:ext cx="1396269" cy="28994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266">
              <a:extLst>
                <a:ext uri="{FF2B5EF4-FFF2-40B4-BE49-F238E27FC236}">
                  <a16:creationId xmlns:a16="http://schemas.microsoft.com/office/drawing/2014/main" id="{89995B8B-4901-6F83-C75E-53CE5F8C5208}"/>
                </a:ext>
                <a:ext uri="{C183D7F6-B498-43B3-948B-1728B52AA6E4}">
                  <adec:decorative xmlns:adec="http://schemas.microsoft.com/office/drawing/2017/decorative" val="1"/>
                </a:ext>
              </a:extLst>
            </p:cNvPr>
            <p:cNvCxnSpPr>
              <a:cxnSpLocks/>
            </p:cNvCxnSpPr>
            <p:nvPr/>
          </p:nvCxnSpPr>
          <p:spPr>
            <a:xfrm>
              <a:off x="2297715" y="3721555"/>
              <a:ext cx="930846" cy="17837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267">
              <a:extLst>
                <a:ext uri="{FF2B5EF4-FFF2-40B4-BE49-F238E27FC236}">
                  <a16:creationId xmlns:a16="http://schemas.microsoft.com/office/drawing/2014/main" id="{9632692F-69CC-D67B-3F26-5000A8E4F6C6}"/>
                </a:ext>
                <a:ext uri="{C183D7F6-B498-43B3-948B-1728B52AA6E4}">
                  <adec:decorative xmlns:adec="http://schemas.microsoft.com/office/drawing/2017/decorative" val="1"/>
                </a:ext>
              </a:extLst>
            </p:cNvPr>
            <p:cNvCxnSpPr>
              <a:cxnSpLocks/>
            </p:cNvCxnSpPr>
            <p:nvPr/>
          </p:nvCxnSpPr>
          <p:spPr>
            <a:xfrm flipV="1">
              <a:off x="2345071" y="4078705"/>
              <a:ext cx="970784" cy="110026"/>
            </a:xfrm>
            <a:prstGeom prst="curvedConnector3">
              <a:avLst>
                <a:gd name="adj1" fmla="val 3668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268">
              <a:extLst>
                <a:ext uri="{FF2B5EF4-FFF2-40B4-BE49-F238E27FC236}">
                  <a16:creationId xmlns:a16="http://schemas.microsoft.com/office/drawing/2014/main" id="{D5414CA3-AC57-3C47-DDCF-692AC88C47E4}"/>
                </a:ext>
                <a:ext uri="{C183D7F6-B498-43B3-948B-1728B52AA6E4}">
                  <adec:decorative xmlns:adec="http://schemas.microsoft.com/office/drawing/2017/decorative" val="1"/>
                </a:ext>
              </a:extLst>
            </p:cNvPr>
            <p:cNvCxnSpPr>
              <a:cxnSpLocks/>
            </p:cNvCxnSpPr>
            <p:nvPr/>
          </p:nvCxnSpPr>
          <p:spPr>
            <a:xfrm flipV="1">
              <a:off x="2276933" y="4279466"/>
              <a:ext cx="951628" cy="181698"/>
            </a:xfrm>
            <a:prstGeom prst="curvedConnector3">
              <a:avLst>
                <a:gd name="adj1" fmla="val 296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269">
              <a:extLst>
                <a:ext uri="{FF2B5EF4-FFF2-40B4-BE49-F238E27FC236}">
                  <a16:creationId xmlns:a16="http://schemas.microsoft.com/office/drawing/2014/main" id="{017C1205-F08B-8025-C368-DDC65F2634FA}"/>
                </a:ext>
                <a:ext uri="{C183D7F6-B498-43B3-948B-1728B52AA6E4}">
                  <adec:decorative xmlns:adec="http://schemas.microsoft.com/office/drawing/2017/decorative" val="1"/>
                </a:ext>
              </a:extLst>
            </p:cNvPr>
            <p:cNvCxnSpPr>
              <a:cxnSpLocks/>
            </p:cNvCxnSpPr>
            <p:nvPr/>
          </p:nvCxnSpPr>
          <p:spPr>
            <a:xfrm flipV="1">
              <a:off x="2283299" y="4367511"/>
              <a:ext cx="1171101" cy="61406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urved Connector 270">
              <a:extLst>
                <a:ext uri="{FF2B5EF4-FFF2-40B4-BE49-F238E27FC236}">
                  <a16:creationId xmlns:a16="http://schemas.microsoft.com/office/drawing/2014/main" id="{96CA40AC-A9BD-86C9-AF15-43DCA03ED90A}"/>
                </a:ext>
                <a:ext uri="{C183D7F6-B498-43B3-948B-1728B52AA6E4}">
                  <adec:decorative xmlns:adec="http://schemas.microsoft.com/office/drawing/2017/decorative" val="1"/>
                </a:ext>
              </a:extLst>
            </p:cNvPr>
            <p:cNvCxnSpPr>
              <a:cxnSpLocks/>
            </p:cNvCxnSpPr>
            <p:nvPr/>
          </p:nvCxnSpPr>
          <p:spPr>
            <a:xfrm flipV="1">
              <a:off x="2403426" y="4490696"/>
              <a:ext cx="1094246" cy="15072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271">
              <a:extLst>
                <a:ext uri="{FF2B5EF4-FFF2-40B4-BE49-F238E27FC236}">
                  <a16:creationId xmlns:a16="http://schemas.microsoft.com/office/drawing/2014/main" id="{8F02F3C9-E31C-C67A-C8BE-02856D5E00A4}"/>
                </a:ext>
                <a:ext uri="{C183D7F6-B498-43B3-948B-1728B52AA6E4}">
                  <adec:decorative xmlns:adec="http://schemas.microsoft.com/office/drawing/2017/decorative" val="1"/>
                </a:ext>
              </a:extLst>
            </p:cNvPr>
            <p:cNvCxnSpPr>
              <a:cxnSpLocks/>
            </p:cNvCxnSpPr>
            <p:nvPr/>
          </p:nvCxnSpPr>
          <p:spPr>
            <a:xfrm>
              <a:off x="2080551" y="3491579"/>
              <a:ext cx="1411246" cy="34797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272">
              <a:extLst>
                <a:ext uri="{FF2B5EF4-FFF2-40B4-BE49-F238E27FC236}">
                  <a16:creationId xmlns:a16="http://schemas.microsoft.com/office/drawing/2014/main" id="{351A3933-63DD-8648-AD65-01E5A38CD74C}"/>
                </a:ext>
                <a:ext uri="{C183D7F6-B498-43B3-948B-1728B52AA6E4}">
                  <adec:decorative xmlns:adec="http://schemas.microsoft.com/office/drawing/2017/decorative" val="1"/>
                </a:ext>
              </a:extLst>
            </p:cNvPr>
            <p:cNvCxnSpPr>
              <a:cxnSpLocks/>
            </p:cNvCxnSpPr>
            <p:nvPr/>
          </p:nvCxnSpPr>
          <p:spPr>
            <a:xfrm flipV="1">
              <a:off x="2080551" y="4619690"/>
              <a:ext cx="1558576" cy="65935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273">
              <a:extLst>
                <a:ext uri="{FF2B5EF4-FFF2-40B4-BE49-F238E27FC236}">
                  <a16:creationId xmlns:a16="http://schemas.microsoft.com/office/drawing/2014/main" id="{4B39A125-C251-F67E-C6DA-6F05BB99FD4B}"/>
                </a:ext>
                <a:ext uri="{C183D7F6-B498-43B3-948B-1728B52AA6E4}">
                  <adec:decorative xmlns:adec="http://schemas.microsoft.com/office/drawing/2017/decorative" val="1"/>
                </a:ext>
              </a:extLst>
            </p:cNvPr>
            <p:cNvCxnSpPr>
              <a:cxnSpLocks/>
            </p:cNvCxnSpPr>
            <p:nvPr/>
          </p:nvCxnSpPr>
          <p:spPr>
            <a:xfrm flipV="1">
              <a:off x="2080551" y="4748732"/>
              <a:ext cx="1308633" cy="63090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274">
              <a:extLst>
                <a:ext uri="{FF2B5EF4-FFF2-40B4-BE49-F238E27FC236}">
                  <a16:creationId xmlns:a16="http://schemas.microsoft.com/office/drawing/2014/main" id="{F76ACA98-5F73-1C7E-8E73-656A87498E38}"/>
                </a:ext>
                <a:ext uri="{C183D7F6-B498-43B3-948B-1728B52AA6E4}">
                  <adec:decorative xmlns:adec="http://schemas.microsoft.com/office/drawing/2017/decorative" val="1"/>
                </a:ext>
              </a:extLst>
            </p:cNvPr>
            <p:cNvCxnSpPr>
              <a:cxnSpLocks/>
            </p:cNvCxnSpPr>
            <p:nvPr/>
          </p:nvCxnSpPr>
          <p:spPr>
            <a:xfrm>
              <a:off x="2381790" y="3904020"/>
              <a:ext cx="1257337" cy="119090"/>
            </a:xfrm>
            <a:prstGeom prst="curvedConnector3">
              <a:avLst>
                <a:gd name="adj1" fmla="val 2649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45" name="Graphic 44">
            <a:extLst>
              <a:ext uri="{FF2B5EF4-FFF2-40B4-BE49-F238E27FC236}">
                <a16:creationId xmlns:a16="http://schemas.microsoft.com/office/drawing/2014/main" id="{6F5D7F2D-3ACC-8017-88D8-3AEBD9B170B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4873" y="4463043"/>
            <a:ext cx="712694" cy="555732"/>
          </a:xfrm>
          <a:prstGeom prst="rect">
            <a:avLst/>
          </a:prstGeom>
        </p:spPr>
      </p:pic>
      <p:pic>
        <p:nvPicPr>
          <p:cNvPr id="46" name="Graphic 45">
            <a:extLst>
              <a:ext uri="{FF2B5EF4-FFF2-40B4-BE49-F238E27FC236}">
                <a16:creationId xmlns:a16="http://schemas.microsoft.com/office/drawing/2014/main" id="{B73FF98B-FB5B-80EA-663F-73D880B6B63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5916" y="5318802"/>
            <a:ext cx="712694" cy="555732"/>
          </a:xfrm>
          <a:prstGeom prst="rect">
            <a:avLst/>
          </a:prstGeom>
        </p:spPr>
      </p:pic>
      <p:pic>
        <p:nvPicPr>
          <p:cNvPr id="47" name="Graphic 46">
            <a:extLst>
              <a:ext uri="{FF2B5EF4-FFF2-40B4-BE49-F238E27FC236}">
                <a16:creationId xmlns:a16="http://schemas.microsoft.com/office/drawing/2014/main" id="{7F65CF13-11A7-EE60-6D3F-7B81EB4811AD}"/>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837" y="3643289"/>
            <a:ext cx="712694" cy="555732"/>
          </a:xfrm>
          <a:prstGeom prst="rect">
            <a:avLst/>
          </a:prstGeom>
        </p:spPr>
      </p:pic>
      <p:pic>
        <p:nvPicPr>
          <p:cNvPr id="48" name="Graphic 47">
            <a:extLst>
              <a:ext uri="{FF2B5EF4-FFF2-40B4-BE49-F238E27FC236}">
                <a16:creationId xmlns:a16="http://schemas.microsoft.com/office/drawing/2014/main" id="{93F519C3-1F9F-0242-5559-86C306AA4E6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41" y="4027317"/>
            <a:ext cx="712694" cy="555732"/>
          </a:xfrm>
          <a:prstGeom prst="rect">
            <a:avLst/>
          </a:prstGeom>
        </p:spPr>
      </p:pic>
      <p:pic>
        <p:nvPicPr>
          <p:cNvPr id="51" name="Graphic 50">
            <a:extLst>
              <a:ext uri="{FF2B5EF4-FFF2-40B4-BE49-F238E27FC236}">
                <a16:creationId xmlns:a16="http://schemas.microsoft.com/office/drawing/2014/main" id="{4031537C-B117-61AE-DB63-ACCF0C40DB46}"/>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353" y="4884980"/>
            <a:ext cx="712694" cy="555732"/>
          </a:xfrm>
          <a:prstGeom prst="rect">
            <a:avLst/>
          </a:prstGeom>
        </p:spPr>
      </p:pic>
      <p:grpSp>
        <p:nvGrpSpPr>
          <p:cNvPr id="58" name="Group 57">
            <a:extLst>
              <a:ext uri="{FF2B5EF4-FFF2-40B4-BE49-F238E27FC236}">
                <a16:creationId xmlns:a16="http://schemas.microsoft.com/office/drawing/2014/main" id="{71D20930-2328-385B-0710-DDD07D3DC90A}"/>
              </a:ext>
            </a:extLst>
          </p:cNvPr>
          <p:cNvGrpSpPr/>
          <p:nvPr/>
        </p:nvGrpSpPr>
        <p:grpSpPr>
          <a:xfrm>
            <a:off x="2250104" y="4436709"/>
            <a:ext cx="2243137" cy="1038999"/>
            <a:chOff x="2742559" y="5192270"/>
            <a:chExt cx="2243137" cy="1038999"/>
          </a:xfrm>
        </p:grpSpPr>
        <p:pic>
          <p:nvPicPr>
            <p:cNvPr id="59" name="Graphic 6">
              <a:extLst>
                <a:ext uri="{FF2B5EF4-FFF2-40B4-BE49-F238E27FC236}">
                  <a16:creationId xmlns:a16="http://schemas.microsoft.com/office/drawing/2014/main" id="{B53F406F-8EBF-3BDC-EDD1-35D35D9DB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0746" y="519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Box 9">
              <a:extLst>
                <a:ext uri="{FF2B5EF4-FFF2-40B4-BE49-F238E27FC236}">
                  <a16:creationId xmlns:a16="http://schemas.microsoft.com/office/drawing/2014/main" id="{90C7298C-E2FA-6B97-75AA-CD452F55E496}"/>
                </a:ext>
              </a:extLst>
            </p:cNvPr>
            <p:cNvSpPr txBox="1">
              <a:spLocks noChangeArrowheads="1"/>
            </p:cNvSpPr>
            <p:nvPr/>
          </p:nvSpPr>
          <p:spPr bwMode="auto">
            <a:xfrm>
              <a:off x="2742559" y="5954270"/>
              <a:ext cx="22431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IoT Core</a:t>
              </a:r>
            </a:p>
          </p:txBody>
        </p:sp>
      </p:grpSp>
      <p:sp>
        <p:nvSpPr>
          <p:cNvPr id="67" name="TextBox 66">
            <a:extLst>
              <a:ext uri="{FF2B5EF4-FFF2-40B4-BE49-F238E27FC236}">
                <a16:creationId xmlns:a16="http://schemas.microsoft.com/office/drawing/2014/main" id="{89DB713F-DB6A-4818-1D6D-25B831251F3B}"/>
              </a:ext>
            </a:extLst>
          </p:cNvPr>
          <p:cNvSpPr txBox="1"/>
          <p:nvPr/>
        </p:nvSpPr>
        <p:spPr>
          <a:xfrm>
            <a:off x="7484531" y="4489327"/>
            <a:ext cx="606379"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Load</a:t>
            </a:r>
          </a:p>
        </p:txBody>
      </p:sp>
      <p:sp>
        <p:nvSpPr>
          <p:cNvPr id="72" name="TextBox 9">
            <a:extLst>
              <a:ext uri="{FF2B5EF4-FFF2-40B4-BE49-F238E27FC236}">
                <a16:creationId xmlns:a16="http://schemas.microsoft.com/office/drawing/2014/main" id="{0002020A-6872-2E63-39D9-2DA7FC1976C8}"/>
              </a:ext>
            </a:extLst>
          </p:cNvPr>
          <p:cNvSpPr txBox="1">
            <a:spLocks noChangeArrowheads="1"/>
          </p:cNvSpPr>
          <p:nvPr/>
        </p:nvSpPr>
        <p:spPr bwMode="auto">
          <a:xfrm>
            <a:off x="502674" y="6302188"/>
            <a:ext cx="12826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Self Driving Cars</a:t>
            </a:r>
          </a:p>
        </p:txBody>
      </p:sp>
      <p:grpSp>
        <p:nvGrpSpPr>
          <p:cNvPr id="14" name="Group 13">
            <a:extLst>
              <a:ext uri="{FF2B5EF4-FFF2-40B4-BE49-F238E27FC236}">
                <a16:creationId xmlns:a16="http://schemas.microsoft.com/office/drawing/2014/main" id="{4C070E13-6607-2446-55D4-99959DD947B1}"/>
              </a:ext>
            </a:extLst>
          </p:cNvPr>
          <p:cNvGrpSpPr/>
          <p:nvPr/>
        </p:nvGrpSpPr>
        <p:grpSpPr>
          <a:xfrm>
            <a:off x="6710837" y="2453054"/>
            <a:ext cx="1076883" cy="1079375"/>
            <a:chOff x="7752856" y="1858573"/>
            <a:chExt cx="1076883" cy="1079375"/>
          </a:xfrm>
        </p:grpSpPr>
        <p:pic>
          <p:nvPicPr>
            <p:cNvPr id="15" name="Graphic 6">
              <a:extLst>
                <a:ext uri="{FF2B5EF4-FFF2-40B4-BE49-F238E27FC236}">
                  <a16:creationId xmlns:a16="http://schemas.microsoft.com/office/drawing/2014/main" id="{32D45321-B5C4-72B7-BAA5-ED7D192123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0">
              <a:extLst>
                <a:ext uri="{FF2B5EF4-FFF2-40B4-BE49-F238E27FC236}">
                  <a16:creationId xmlns:a16="http://schemas.microsoft.com/office/drawing/2014/main" id="{7C781ED1-6C0A-B6DE-824D-2C408DE88CA5}"/>
                </a:ext>
              </a:extLst>
            </p:cNvPr>
            <p:cNvSpPr txBox="1">
              <a:spLocks noChangeArrowheads="1"/>
            </p:cNvSpPr>
            <p:nvPr/>
          </p:nvSpPr>
          <p:spPr bwMode="auto">
            <a:xfrm>
              <a:off x="7752856" y="2660949"/>
              <a:ext cx="10768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Glue</a:t>
              </a:r>
            </a:p>
          </p:txBody>
        </p:sp>
      </p:grpSp>
      <p:grpSp>
        <p:nvGrpSpPr>
          <p:cNvPr id="36" name="Group 35">
            <a:extLst>
              <a:ext uri="{FF2B5EF4-FFF2-40B4-BE49-F238E27FC236}">
                <a16:creationId xmlns:a16="http://schemas.microsoft.com/office/drawing/2014/main" id="{1EC8AEA2-780E-F96A-C31E-159056B49DD4}"/>
              </a:ext>
            </a:extLst>
          </p:cNvPr>
          <p:cNvGrpSpPr/>
          <p:nvPr/>
        </p:nvGrpSpPr>
        <p:grpSpPr>
          <a:xfrm>
            <a:off x="5765732" y="2566996"/>
            <a:ext cx="1268412" cy="688434"/>
            <a:chOff x="9106581" y="3070756"/>
            <a:chExt cx="1268412" cy="688434"/>
          </a:xfrm>
        </p:grpSpPr>
        <p:sp>
          <p:nvSpPr>
            <p:cNvPr id="17" name="TextBox 16">
              <a:extLst>
                <a:ext uri="{FF2B5EF4-FFF2-40B4-BE49-F238E27FC236}">
                  <a16:creationId xmlns:a16="http://schemas.microsoft.com/office/drawing/2014/main" id="{96CD18D8-1E51-F508-A6B9-A6C1134D00FE}"/>
                </a:ext>
              </a:extLst>
            </p:cNvPr>
            <p:cNvSpPr txBox="1">
              <a:spLocks noChangeArrowheads="1"/>
            </p:cNvSpPr>
            <p:nvPr/>
          </p:nvSpPr>
          <p:spPr bwMode="auto">
            <a:xfrm>
              <a:off x="9106581" y="3497580"/>
              <a:ext cx="126841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Crawler</a:t>
              </a:r>
            </a:p>
          </p:txBody>
        </p:sp>
        <p:pic>
          <p:nvPicPr>
            <p:cNvPr id="18" name="Graphic 7">
              <a:extLst>
                <a:ext uri="{FF2B5EF4-FFF2-40B4-BE49-F238E27FC236}">
                  <a16:creationId xmlns:a16="http://schemas.microsoft.com/office/drawing/2014/main" id="{05A39FB1-B9D9-0890-6F6A-39EDF9B0C8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12187" y="30707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3" name="Straight Arrow Connector 22">
            <a:extLst>
              <a:ext uri="{FF2B5EF4-FFF2-40B4-BE49-F238E27FC236}">
                <a16:creationId xmlns:a16="http://schemas.microsoft.com/office/drawing/2014/main" id="{42788FFE-89C6-45A7-E6E5-142557C165F5}"/>
              </a:ext>
            </a:extLst>
          </p:cNvPr>
          <p:cNvCxnSpPr>
            <a:cxnSpLocks/>
            <a:stCxn id="15" idx="2"/>
            <a:endCxn id="20" idx="0"/>
          </p:cNvCxnSpPr>
          <p:nvPr/>
        </p:nvCxnSpPr>
        <p:spPr>
          <a:xfrm>
            <a:off x="7174852" y="3215054"/>
            <a:ext cx="1537622" cy="1209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A0A9805-09D7-CF3A-6B8C-C143C4058CC9}"/>
              </a:ext>
            </a:extLst>
          </p:cNvPr>
          <p:cNvSpPr txBox="1"/>
          <p:nvPr/>
        </p:nvSpPr>
        <p:spPr>
          <a:xfrm>
            <a:off x="7783370" y="3528345"/>
            <a:ext cx="606379" cy="261610"/>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dirty="0"/>
              <a:t>Crawl</a:t>
            </a:r>
          </a:p>
        </p:txBody>
      </p:sp>
      <p:pic>
        <p:nvPicPr>
          <p:cNvPr id="49" name="Picture 48">
            <a:extLst>
              <a:ext uri="{FF2B5EF4-FFF2-40B4-BE49-F238E27FC236}">
                <a16:creationId xmlns:a16="http://schemas.microsoft.com/office/drawing/2014/main" id="{512A65F9-DA78-34E3-B7DD-2E852A40A976}"/>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22657" y="2602428"/>
            <a:ext cx="461665" cy="461665"/>
          </a:xfrm>
          <a:prstGeom prst="rect">
            <a:avLst/>
          </a:prstGeom>
        </p:spPr>
      </p:pic>
      <p:sp>
        <p:nvSpPr>
          <p:cNvPr id="50" name="TextBox 49">
            <a:extLst>
              <a:ext uri="{FF2B5EF4-FFF2-40B4-BE49-F238E27FC236}">
                <a16:creationId xmlns:a16="http://schemas.microsoft.com/office/drawing/2014/main" id="{CD1D8B60-EBC6-C9C7-44E3-54EF5B2016E3}"/>
              </a:ext>
              <a:ext uri="{C183D7F6-B498-43B3-948B-1728B52AA6E4}">
                <adec:decorative xmlns:adec="http://schemas.microsoft.com/office/drawing/2017/decorative" val="1"/>
              </a:ext>
            </a:extLst>
          </p:cNvPr>
          <p:cNvSpPr txBox="1">
            <a:spLocks noChangeArrowheads="1"/>
          </p:cNvSpPr>
          <p:nvPr/>
        </p:nvSpPr>
        <p:spPr bwMode="auto">
          <a:xfrm>
            <a:off x="8115048" y="3050024"/>
            <a:ext cx="10768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eaLnBrk="1" hangingPunct="1">
              <a:defRPr/>
            </a:pPr>
            <a:r>
              <a:rPr lang="en-US" altLang="en-US" sz="1200" dirty="0">
                <a:latin typeface="Arial" panose="020B0604020202020204" pitchFamily="34" charset="0"/>
                <a:cs typeface="Arial" panose="020B0604020202020204" pitchFamily="34" charset="0"/>
              </a:rPr>
              <a:t>Data Catalog</a:t>
            </a:r>
          </a:p>
        </p:txBody>
      </p:sp>
      <p:grpSp>
        <p:nvGrpSpPr>
          <p:cNvPr id="12" name="Group 11">
            <a:extLst>
              <a:ext uri="{FF2B5EF4-FFF2-40B4-BE49-F238E27FC236}">
                <a16:creationId xmlns:a16="http://schemas.microsoft.com/office/drawing/2014/main" id="{FC266AC7-1A6E-64D6-F3A9-2BF8F897BB73}"/>
              </a:ext>
            </a:extLst>
          </p:cNvPr>
          <p:cNvGrpSpPr/>
          <p:nvPr/>
        </p:nvGrpSpPr>
        <p:grpSpPr>
          <a:xfrm>
            <a:off x="10914015" y="4424972"/>
            <a:ext cx="1201325" cy="1225252"/>
            <a:chOff x="2769600" y="1182688"/>
            <a:chExt cx="1201325" cy="1225252"/>
          </a:xfrm>
        </p:grpSpPr>
        <p:pic>
          <p:nvPicPr>
            <p:cNvPr id="13" name="Graphic 8">
              <a:extLst>
                <a:ext uri="{FF2B5EF4-FFF2-40B4-BE49-F238E27FC236}">
                  <a16:creationId xmlns:a16="http://schemas.microsoft.com/office/drawing/2014/main" id="{DB595929-FCAC-1C89-E0BC-97AEF80C7F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9">
              <a:extLst>
                <a:ext uri="{FF2B5EF4-FFF2-40B4-BE49-F238E27FC236}">
                  <a16:creationId xmlns:a16="http://schemas.microsoft.com/office/drawing/2014/main" id="{E44514C2-9FA0-F513-46EA-220B0AE40F6C}"/>
                </a:ext>
              </a:extLst>
            </p:cNvPr>
            <p:cNvSpPr txBox="1">
              <a:spLocks noChangeArrowheads="1"/>
            </p:cNvSpPr>
            <p:nvPr/>
          </p:nvSpPr>
          <p:spPr bwMode="auto">
            <a:xfrm>
              <a:off x="2769600" y="1946275"/>
              <a:ext cx="120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Processed Bucket</a:t>
              </a:r>
            </a:p>
          </p:txBody>
        </p:sp>
      </p:grpSp>
      <p:grpSp>
        <p:nvGrpSpPr>
          <p:cNvPr id="24" name="Group 23">
            <a:extLst>
              <a:ext uri="{FF2B5EF4-FFF2-40B4-BE49-F238E27FC236}">
                <a16:creationId xmlns:a16="http://schemas.microsoft.com/office/drawing/2014/main" id="{DA33BA83-CB1B-0038-D86C-F103C8401DF4}"/>
              </a:ext>
            </a:extLst>
          </p:cNvPr>
          <p:cNvGrpSpPr/>
          <p:nvPr/>
        </p:nvGrpSpPr>
        <p:grpSpPr>
          <a:xfrm>
            <a:off x="9615190" y="2450840"/>
            <a:ext cx="1076883" cy="1085959"/>
            <a:chOff x="7754814" y="1858573"/>
            <a:chExt cx="1076883" cy="1085959"/>
          </a:xfrm>
        </p:grpSpPr>
        <p:pic>
          <p:nvPicPr>
            <p:cNvPr id="25" name="Graphic 6">
              <a:extLst>
                <a:ext uri="{FF2B5EF4-FFF2-40B4-BE49-F238E27FC236}">
                  <a16:creationId xmlns:a16="http://schemas.microsoft.com/office/drawing/2014/main" id="{EBD87DF9-7D22-A1B8-D7D4-3C40932BEB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10">
              <a:extLst>
                <a:ext uri="{FF2B5EF4-FFF2-40B4-BE49-F238E27FC236}">
                  <a16:creationId xmlns:a16="http://schemas.microsoft.com/office/drawing/2014/main" id="{8737C4DD-E76C-02EE-C3ED-FB420EA40BC3}"/>
                </a:ext>
              </a:extLst>
            </p:cNvPr>
            <p:cNvSpPr txBox="1">
              <a:spLocks noChangeArrowheads="1"/>
            </p:cNvSpPr>
            <p:nvPr/>
          </p:nvSpPr>
          <p:spPr bwMode="auto">
            <a:xfrm>
              <a:off x="7754814" y="2667533"/>
              <a:ext cx="10768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AWS Glue</a:t>
              </a:r>
            </a:p>
          </p:txBody>
        </p:sp>
      </p:grpSp>
      <p:cxnSp>
        <p:nvCxnSpPr>
          <p:cNvPr id="29" name="Straight Arrow Connector 28">
            <a:extLst>
              <a:ext uri="{FF2B5EF4-FFF2-40B4-BE49-F238E27FC236}">
                <a16:creationId xmlns:a16="http://schemas.microsoft.com/office/drawing/2014/main" id="{48436F1D-1283-83C8-AB95-51CC47E8D20D}"/>
              </a:ext>
            </a:extLst>
          </p:cNvPr>
          <p:cNvCxnSpPr>
            <a:cxnSpLocks/>
            <a:endCxn id="25" idx="2"/>
          </p:cNvCxnSpPr>
          <p:nvPr/>
        </p:nvCxnSpPr>
        <p:spPr>
          <a:xfrm flipV="1">
            <a:off x="8701386" y="3212840"/>
            <a:ext cx="1375861" cy="1209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5BCA5BCF-A4DC-AB2F-15AF-7AC947A04574}"/>
              </a:ext>
            </a:extLst>
          </p:cNvPr>
          <p:cNvGrpSpPr/>
          <p:nvPr/>
        </p:nvGrpSpPr>
        <p:grpSpPr>
          <a:xfrm>
            <a:off x="10580077" y="2433319"/>
            <a:ext cx="686469" cy="691306"/>
            <a:chOff x="6794051" y="4029450"/>
            <a:chExt cx="1190171" cy="1243367"/>
          </a:xfrm>
        </p:grpSpPr>
        <p:pic>
          <p:nvPicPr>
            <p:cNvPr id="61" name="Picture 60">
              <a:extLst>
                <a:ext uri="{FF2B5EF4-FFF2-40B4-BE49-F238E27FC236}">
                  <a16:creationId xmlns:a16="http://schemas.microsoft.com/office/drawing/2014/main" id="{BB4220AB-8DB4-E5E9-481A-5467E7BD62DC}"/>
                </a:ext>
                <a:ext uri="{C183D7F6-B498-43B3-948B-1728B52AA6E4}">
                  <adec:decorative xmlns:adec="http://schemas.microsoft.com/office/drawing/2017/decorative" val="1"/>
                </a:ext>
              </a:extLst>
            </p:cNvPr>
            <p:cNvPicPr>
              <a:picLocks noChangeAspect="1"/>
            </p:cNvPicPr>
            <p:nvPr/>
          </p:nvPicPr>
          <p:blipFill>
            <a:blip r:embed="rId11">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029734" y="4297363"/>
              <a:ext cx="954488" cy="975454"/>
            </a:xfrm>
            <a:prstGeom prst="rect">
              <a:avLst/>
            </a:prstGeom>
          </p:spPr>
        </p:pic>
        <p:pic>
          <p:nvPicPr>
            <p:cNvPr id="62" name="Picture 61">
              <a:extLst>
                <a:ext uri="{FF2B5EF4-FFF2-40B4-BE49-F238E27FC236}">
                  <a16:creationId xmlns:a16="http://schemas.microsoft.com/office/drawing/2014/main" id="{3567C892-36F5-78AB-EDC6-64506FCB9038}"/>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794051" y="4029450"/>
              <a:ext cx="559507" cy="788123"/>
            </a:xfrm>
            <a:prstGeom prst="rect">
              <a:avLst/>
            </a:prstGeom>
          </p:spPr>
        </p:pic>
      </p:grpSp>
      <p:sp>
        <p:nvSpPr>
          <p:cNvPr id="64" name="TextBox 63">
            <a:extLst>
              <a:ext uri="{FF2B5EF4-FFF2-40B4-BE49-F238E27FC236}">
                <a16:creationId xmlns:a16="http://schemas.microsoft.com/office/drawing/2014/main" id="{CBCE79BD-B0EF-B539-2BFC-EB19803539D9}"/>
              </a:ext>
            </a:extLst>
          </p:cNvPr>
          <p:cNvSpPr txBox="1">
            <a:spLocks noChangeArrowheads="1"/>
          </p:cNvSpPr>
          <p:nvPr/>
        </p:nvSpPr>
        <p:spPr bwMode="auto">
          <a:xfrm>
            <a:off x="10295519" y="3040780"/>
            <a:ext cx="126841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ETL Job</a:t>
            </a:r>
          </a:p>
        </p:txBody>
      </p:sp>
      <p:cxnSp>
        <p:nvCxnSpPr>
          <p:cNvPr id="65" name="Straight Arrow Connector 64">
            <a:extLst>
              <a:ext uri="{FF2B5EF4-FFF2-40B4-BE49-F238E27FC236}">
                <a16:creationId xmlns:a16="http://schemas.microsoft.com/office/drawing/2014/main" id="{736516BB-F4C5-C95D-1259-58D6361CF2CB}"/>
              </a:ext>
            </a:extLst>
          </p:cNvPr>
          <p:cNvCxnSpPr>
            <a:cxnSpLocks/>
            <a:stCxn id="25" idx="2"/>
            <a:endCxn id="13" idx="0"/>
          </p:cNvCxnSpPr>
          <p:nvPr/>
        </p:nvCxnSpPr>
        <p:spPr>
          <a:xfrm>
            <a:off x="10077247" y="3212840"/>
            <a:ext cx="1437431" cy="1212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CD2074FC-67F3-4608-CFAE-988B05928167}"/>
              </a:ext>
            </a:extLst>
          </p:cNvPr>
          <p:cNvSpPr txBox="1"/>
          <p:nvPr/>
        </p:nvSpPr>
        <p:spPr>
          <a:xfrm>
            <a:off x="10077247" y="3659150"/>
            <a:ext cx="921076" cy="769441"/>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pPr algn="l"/>
            <a:r>
              <a:rPr lang="en-US" dirty="0"/>
              <a:t>Transform</a:t>
            </a:r>
          </a:p>
          <a:p>
            <a:pPr algn="l"/>
            <a:r>
              <a:rPr lang="en-US" dirty="0"/>
              <a:t>Format</a:t>
            </a:r>
          </a:p>
          <a:p>
            <a:pPr algn="l"/>
            <a:r>
              <a:rPr lang="en-US" dirty="0"/>
              <a:t>Partition</a:t>
            </a:r>
          </a:p>
          <a:p>
            <a:pPr algn="l"/>
            <a:r>
              <a:rPr lang="en-US" dirty="0"/>
              <a:t>Compress</a:t>
            </a:r>
          </a:p>
        </p:txBody>
      </p:sp>
      <p:cxnSp>
        <p:nvCxnSpPr>
          <p:cNvPr id="70" name="Straight Arrow Connector 69">
            <a:extLst>
              <a:ext uri="{FF2B5EF4-FFF2-40B4-BE49-F238E27FC236}">
                <a16:creationId xmlns:a16="http://schemas.microsoft.com/office/drawing/2014/main" id="{18BF86F5-BA05-0C8C-2EC0-A57022351290}"/>
              </a:ext>
            </a:extLst>
          </p:cNvPr>
          <p:cNvCxnSpPr>
            <a:cxnSpLocks/>
            <a:stCxn id="49" idx="3"/>
            <a:endCxn id="25" idx="1"/>
          </p:cNvCxnSpPr>
          <p:nvPr/>
        </p:nvCxnSpPr>
        <p:spPr>
          <a:xfrm flipV="1">
            <a:off x="8884322" y="2831840"/>
            <a:ext cx="811925" cy="1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ECF1D005-5490-A417-CF59-E95801E34290}"/>
              </a:ext>
            </a:extLst>
          </p:cNvPr>
          <p:cNvCxnSpPr>
            <a:cxnSpLocks/>
            <a:stCxn id="15" idx="3"/>
            <a:endCxn id="49" idx="1"/>
          </p:cNvCxnSpPr>
          <p:nvPr/>
        </p:nvCxnSpPr>
        <p:spPr>
          <a:xfrm flipV="1">
            <a:off x="7555852" y="2833261"/>
            <a:ext cx="866805" cy="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44EA1004-A124-676C-8A96-B0942DA098A9}"/>
              </a:ext>
            </a:extLst>
          </p:cNvPr>
          <p:cNvSpPr txBox="1"/>
          <p:nvPr/>
        </p:nvSpPr>
        <p:spPr>
          <a:xfrm>
            <a:off x="7484531" y="4892112"/>
            <a:ext cx="784125"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Compact</a:t>
            </a:r>
          </a:p>
        </p:txBody>
      </p:sp>
    </p:spTree>
    <p:extLst>
      <p:ext uri="{BB962C8B-B14F-4D97-AF65-F5344CB8AC3E}">
        <p14:creationId xmlns:p14="http://schemas.microsoft.com/office/powerpoint/2010/main" val="594966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03EC85-D49B-4FC2-9F79-A6F1CB9538CD}"/>
              </a:ext>
            </a:extLst>
          </p:cNvPr>
          <p:cNvSpPr>
            <a:spLocks noGrp="1"/>
          </p:cNvSpPr>
          <p:nvPr>
            <p:ph type="title"/>
          </p:nvPr>
        </p:nvSpPr>
        <p:spPr>
          <a:xfrm>
            <a:off x="2214578" y="233327"/>
            <a:ext cx="7280825" cy="1023604"/>
          </a:xfrm>
          <a:ln>
            <a:solidFill>
              <a:srgbClr val="FFC000"/>
            </a:solidFill>
          </a:ln>
        </p:spPr>
        <p:txBody>
          <a:bodyPr/>
          <a:lstStyle/>
          <a:p>
            <a:pPr algn="ctr"/>
            <a:r>
              <a:rPr lang="en-US" sz="3200" b="1" dirty="0">
                <a:solidFill>
                  <a:srgbClr val="C00000"/>
                </a:solidFill>
                <a:latin typeface="Arial Rounded MT Bold" panose="020F0704030504030204" pitchFamily="34" charset="0"/>
              </a:rPr>
              <a:t>Demo: </a:t>
            </a:r>
            <a:r>
              <a:rPr lang="en-US" sz="3200" dirty="0">
                <a:latin typeface="Arial Rounded MT Bold" panose="020F0704030504030204" pitchFamily="34" charset="0"/>
              </a:rPr>
              <a:t>Analyze and Query</a:t>
            </a:r>
            <a:endParaRPr lang="en-GB" sz="3200" dirty="0">
              <a:latin typeface="Arial Rounded MT Bold" panose="020F0704030504030204" pitchFamily="34" charset="0"/>
            </a:endParaRPr>
          </a:p>
        </p:txBody>
      </p:sp>
      <p:sp>
        <p:nvSpPr>
          <p:cNvPr id="74" name="Rectangle 73">
            <a:extLst>
              <a:ext uri="{FF2B5EF4-FFF2-40B4-BE49-F238E27FC236}">
                <a16:creationId xmlns:a16="http://schemas.microsoft.com/office/drawing/2014/main" id="{F2D72FAF-ACFF-4DE5-93E9-A88DA54865ED}"/>
              </a:ext>
            </a:extLst>
          </p:cNvPr>
          <p:cNvSpPr/>
          <p:nvPr/>
        </p:nvSpPr>
        <p:spPr>
          <a:xfrm>
            <a:off x="2255559" y="1617352"/>
            <a:ext cx="9698315" cy="4383838"/>
          </a:xfrm>
          <a:prstGeom prst="rect">
            <a:avLst/>
          </a:prstGeom>
          <a:solidFill>
            <a:schemeClr val="bg2">
              <a:lumMod val="95000"/>
            </a:schemeClr>
          </a:solidFill>
          <a:ln w="12700">
            <a:solidFill>
              <a:srgbClr val="CD2264"/>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100" dirty="0">
              <a:solidFill>
                <a:srgbClr val="CD2264"/>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C74F612-7004-4557-B7BE-B07CE29501D0}"/>
              </a:ext>
            </a:extLst>
          </p:cNvPr>
          <p:cNvGrpSpPr/>
          <p:nvPr/>
        </p:nvGrpSpPr>
        <p:grpSpPr>
          <a:xfrm>
            <a:off x="3747446" y="4099764"/>
            <a:ext cx="1231930" cy="1075786"/>
            <a:chOff x="2189744" y="3390839"/>
            <a:chExt cx="1439702" cy="1271126"/>
          </a:xfrm>
        </p:grpSpPr>
        <p:pic>
          <p:nvPicPr>
            <p:cNvPr id="7" name="Graphic 9">
              <a:extLst>
                <a:ext uri="{FF2B5EF4-FFF2-40B4-BE49-F238E27FC236}">
                  <a16:creationId xmlns:a16="http://schemas.microsoft.com/office/drawing/2014/main" id="{F3E68FBD-EA01-48BB-92A3-242EE6940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688"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7">
              <a:extLst>
                <a:ext uri="{FF2B5EF4-FFF2-40B4-BE49-F238E27FC236}">
                  <a16:creationId xmlns:a16="http://schemas.microsoft.com/office/drawing/2014/main" id="{5F4A84B1-EC3C-4FD2-BCEC-8A624B81BDD6}"/>
                </a:ext>
              </a:extLst>
            </p:cNvPr>
            <p:cNvSpPr txBox="1">
              <a:spLocks noChangeArrowheads="1"/>
            </p:cNvSpPr>
            <p:nvPr/>
          </p:nvSpPr>
          <p:spPr bwMode="auto">
            <a:xfrm>
              <a:off x="2189744" y="4152838"/>
              <a:ext cx="1439702"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100" dirty="0">
                  <a:latin typeface="Arial" panose="020B0604020202020204" pitchFamily="34" charset="0"/>
                  <a:ea typeface="Amazon Ember" panose="020B0603020204020204" pitchFamily="34" charset="0"/>
                  <a:cs typeface="Arial" panose="020B0604020202020204" pitchFamily="34" charset="0"/>
                </a:rPr>
              </a:br>
              <a:r>
                <a:rPr lang="en-US" altLang="en-US" sz="1100" dirty="0">
                  <a:latin typeface="Arial" panose="020B0604020202020204" pitchFamily="34" charset="0"/>
                  <a:ea typeface="Amazon Ember" panose="020B0603020204020204" pitchFamily="34" charset="0"/>
                  <a:cs typeface="Arial" panose="020B0604020202020204" pitchFamily="34" charset="0"/>
                </a:rPr>
                <a:t>Data Streams</a:t>
              </a:r>
            </a:p>
          </p:txBody>
        </p:sp>
      </p:grpSp>
      <p:grpSp>
        <p:nvGrpSpPr>
          <p:cNvPr id="5" name="Group 4">
            <a:extLst>
              <a:ext uri="{FF2B5EF4-FFF2-40B4-BE49-F238E27FC236}">
                <a16:creationId xmlns:a16="http://schemas.microsoft.com/office/drawing/2014/main" id="{CA68D0F6-423C-4155-B5FB-6A4821FF76F0}"/>
              </a:ext>
            </a:extLst>
          </p:cNvPr>
          <p:cNvGrpSpPr/>
          <p:nvPr/>
        </p:nvGrpSpPr>
        <p:grpSpPr>
          <a:xfrm>
            <a:off x="5305256" y="4098410"/>
            <a:ext cx="1268053" cy="1059302"/>
            <a:chOff x="4781280" y="3390839"/>
            <a:chExt cx="1481917" cy="1251649"/>
          </a:xfrm>
        </p:grpSpPr>
        <p:pic>
          <p:nvPicPr>
            <p:cNvPr id="10" name="Graphic 12">
              <a:extLst>
                <a:ext uri="{FF2B5EF4-FFF2-40B4-BE49-F238E27FC236}">
                  <a16:creationId xmlns:a16="http://schemas.microsoft.com/office/drawing/2014/main" id="{3F3A9D61-C49D-43CE-B8E3-54B5867B2E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6805"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9">
              <a:extLst>
                <a:ext uri="{FF2B5EF4-FFF2-40B4-BE49-F238E27FC236}">
                  <a16:creationId xmlns:a16="http://schemas.microsoft.com/office/drawing/2014/main" id="{39597107-B6DC-4F99-AFF7-C1A695A4AFC3}"/>
                </a:ext>
              </a:extLst>
            </p:cNvPr>
            <p:cNvSpPr txBox="1">
              <a:spLocks noChangeArrowheads="1"/>
            </p:cNvSpPr>
            <p:nvPr/>
          </p:nvSpPr>
          <p:spPr bwMode="auto">
            <a:xfrm>
              <a:off x="4781280" y="4133361"/>
              <a:ext cx="1481917"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100" dirty="0">
                  <a:latin typeface="Arial" panose="020B0604020202020204" pitchFamily="34" charset="0"/>
                  <a:ea typeface="Amazon Ember" panose="020B0603020204020204" pitchFamily="34" charset="0"/>
                  <a:cs typeface="Arial" panose="020B0604020202020204" pitchFamily="34" charset="0"/>
                </a:rPr>
              </a:br>
              <a:r>
                <a:rPr lang="en-US" altLang="en-US" sz="1100" dirty="0">
                  <a:latin typeface="Arial" panose="020B0604020202020204" pitchFamily="34" charset="0"/>
                  <a:ea typeface="Amazon Ember" panose="020B0603020204020204" pitchFamily="34" charset="0"/>
                  <a:cs typeface="Arial" panose="020B0604020202020204" pitchFamily="34" charset="0"/>
                </a:rPr>
                <a:t>Data Firehose</a:t>
              </a:r>
            </a:p>
          </p:txBody>
        </p:sp>
      </p:grpSp>
      <p:grpSp>
        <p:nvGrpSpPr>
          <p:cNvPr id="22" name="Group 21">
            <a:extLst>
              <a:ext uri="{FF2B5EF4-FFF2-40B4-BE49-F238E27FC236}">
                <a16:creationId xmlns:a16="http://schemas.microsoft.com/office/drawing/2014/main" id="{8F0CEC4F-3015-47AA-A540-36BBD136C667}"/>
              </a:ext>
            </a:extLst>
          </p:cNvPr>
          <p:cNvGrpSpPr/>
          <p:nvPr/>
        </p:nvGrpSpPr>
        <p:grpSpPr>
          <a:xfrm>
            <a:off x="6946971" y="4096701"/>
            <a:ext cx="1027954" cy="1077130"/>
            <a:chOff x="2769600" y="1182688"/>
            <a:chExt cx="1201325" cy="1272714"/>
          </a:xfrm>
        </p:grpSpPr>
        <p:pic>
          <p:nvPicPr>
            <p:cNvPr id="20" name="Graphic 8">
              <a:extLst>
                <a:ext uri="{FF2B5EF4-FFF2-40B4-BE49-F238E27FC236}">
                  <a16:creationId xmlns:a16="http://schemas.microsoft.com/office/drawing/2014/main" id="{CBD8138D-3C1C-4F66-8A03-F6E17D6DDA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9">
              <a:extLst>
                <a:ext uri="{FF2B5EF4-FFF2-40B4-BE49-F238E27FC236}">
                  <a16:creationId xmlns:a16="http://schemas.microsoft.com/office/drawing/2014/main" id="{628B31BF-5825-4D82-83BA-E1DFE497CA9E}"/>
                </a:ext>
              </a:extLst>
            </p:cNvPr>
            <p:cNvSpPr txBox="1">
              <a:spLocks noChangeArrowheads="1"/>
            </p:cNvSpPr>
            <p:nvPr/>
          </p:nvSpPr>
          <p:spPr bwMode="auto">
            <a:xfrm>
              <a:off x="2769600" y="1946275"/>
              <a:ext cx="1201325"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Raw </a:t>
              </a:r>
            </a:p>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Bucket</a:t>
              </a:r>
            </a:p>
          </p:txBody>
        </p:sp>
      </p:grpSp>
      <p:sp>
        <p:nvSpPr>
          <p:cNvPr id="27" name="TextBox 26">
            <a:extLst>
              <a:ext uri="{FF2B5EF4-FFF2-40B4-BE49-F238E27FC236}">
                <a16:creationId xmlns:a16="http://schemas.microsoft.com/office/drawing/2014/main" id="{C451CA25-D4A9-45EE-A688-B7811BB693E3}"/>
              </a:ext>
            </a:extLst>
          </p:cNvPr>
          <p:cNvSpPr txBox="1"/>
          <p:nvPr/>
        </p:nvSpPr>
        <p:spPr>
          <a:xfrm>
            <a:off x="3298664" y="4157614"/>
            <a:ext cx="700963" cy="253916"/>
          </a:xfrm>
          <a:prstGeom prst="rect">
            <a:avLst/>
          </a:prstGeom>
          <a:solidFill>
            <a:schemeClr val="tx1">
              <a:lumMod val="85000"/>
              <a:lumOff val="15000"/>
            </a:schemeClr>
          </a:solidFill>
        </p:spPr>
        <p:txBody>
          <a:bodyPr wrap="square" rtlCol="0">
            <a:spAutoFit/>
          </a:bodyPr>
          <a:lstStyle/>
          <a:p>
            <a:pPr algn="ctr"/>
            <a:r>
              <a:rPr lang="en-US" sz="1050" dirty="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rPr>
              <a:t>Ingest</a:t>
            </a:r>
          </a:p>
        </p:txBody>
      </p:sp>
      <p:sp>
        <p:nvSpPr>
          <p:cNvPr id="28" name="TextBox 27">
            <a:extLst>
              <a:ext uri="{FF2B5EF4-FFF2-40B4-BE49-F238E27FC236}">
                <a16:creationId xmlns:a16="http://schemas.microsoft.com/office/drawing/2014/main" id="{DBDD9198-CAA0-47C6-BF73-00830132A545}"/>
              </a:ext>
            </a:extLst>
          </p:cNvPr>
          <p:cNvSpPr txBox="1"/>
          <p:nvPr/>
        </p:nvSpPr>
        <p:spPr>
          <a:xfrm>
            <a:off x="4865855" y="4157614"/>
            <a:ext cx="624792"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Ingest</a:t>
            </a:r>
          </a:p>
        </p:txBody>
      </p:sp>
      <p:cxnSp>
        <p:nvCxnSpPr>
          <p:cNvPr id="32" name="Straight Arrow Connector 31">
            <a:extLst>
              <a:ext uri="{FF2B5EF4-FFF2-40B4-BE49-F238E27FC236}">
                <a16:creationId xmlns:a16="http://schemas.microsoft.com/office/drawing/2014/main" id="{C1DBD2D0-A1EB-463D-8191-5BCCB9D1E1AA}"/>
              </a:ext>
            </a:extLst>
          </p:cNvPr>
          <p:cNvCxnSpPr>
            <a:cxnSpLocks/>
            <a:stCxn id="7" idx="3"/>
            <a:endCxn id="10" idx="1"/>
          </p:cNvCxnSpPr>
          <p:nvPr/>
        </p:nvCxnSpPr>
        <p:spPr>
          <a:xfrm flipV="1">
            <a:off x="4733147" y="4420860"/>
            <a:ext cx="901997" cy="1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D4FD4BB-4DCB-47DD-A540-C18635F50071}"/>
              </a:ext>
            </a:extLst>
          </p:cNvPr>
          <p:cNvCxnSpPr>
            <a:cxnSpLocks/>
            <a:stCxn id="10" idx="3"/>
            <a:endCxn id="20" idx="1"/>
          </p:cNvCxnSpPr>
          <p:nvPr/>
        </p:nvCxnSpPr>
        <p:spPr>
          <a:xfrm flipV="1">
            <a:off x="6287175" y="4419151"/>
            <a:ext cx="847758" cy="1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CA70EBB-4A6C-4E84-9962-C7368F5D6CC3}"/>
              </a:ext>
            </a:extLst>
          </p:cNvPr>
          <p:cNvCxnSpPr>
            <a:cxnSpLocks/>
            <a:stCxn id="59" idx="3"/>
            <a:endCxn id="7" idx="1"/>
          </p:cNvCxnSpPr>
          <p:nvPr/>
        </p:nvCxnSpPr>
        <p:spPr>
          <a:xfrm flipV="1">
            <a:off x="3214888" y="4422214"/>
            <a:ext cx="866228" cy="6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9943D69-C436-3735-5D8A-915627FFAD4C}"/>
              </a:ext>
            </a:extLst>
          </p:cNvPr>
          <p:cNvGrpSpPr/>
          <p:nvPr/>
        </p:nvGrpSpPr>
        <p:grpSpPr>
          <a:xfrm>
            <a:off x="1359760" y="3500631"/>
            <a:ext cx="938384" cy="2020001"/>
            <a:chOff x="1992915" y="2992841"/>
            <a:chExt cx="1646212" cy="2386791"/>
          </a:xfrm>
        </p:grpSpPr>
        <p:cxnSp>
          <p:nvCxnSpPr>
            <p:cNvPr id="31" name="Curved Connector 263">
              <a:extLst>
                <a:ext uri="{FF2B5EF4-FFF2-40B4-BE49-F238E27FC236}">
                  <a16:creationId xmlns:a16="http://schemas.microsoft.com/office/drawing/2014/main" id="{C6A69109-A1C8-B6FF-2216-27D818AFAF85}"/>
                </a:ext>
                <a:ext uri="{C183D7F6-B498-43B3-948B-1728B52AA6E4}">
                  <adec:decorative xmlns:adec="http://schemas.microsoft.com/office/drawing/2017/decorative" val="1"/>
                </a:ext>
              </a:extLst>
            </p:cNvPr>
            <p:cNvCxnSpPr>
              <a:cxnSpLocks/>
            </p:cNvCxnSpPr>
            <p:nvPr/>
          </p:nvCxnSpPr>
          <p:spPr>
            <a:xfrm>
              <a:off x="2030312" y="2992841"/>
              <a:ext cx="1424088" cy="706323"/>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265">
              <a:extLst>
                <a:ext uri="{FF2B5EF4-FFF2-40B4-BE49-F238E27FC236}">
                  <a16:creationId xmlns:a16="http://schemas.microsoft.com/office/drawing/2014/main" id="{DD6C0E15-356D-96C5-F422-D19DABB493FA}"/>
                </a:ext>
                <a:ext uri="{C183D7F6-B498-43B3-948B-1728B52AA6E4}">
                  <adec:decorative xmlns:adec="http://schemas.microsoft.com/office/drawing/2017/decorative" val="1"/>
                </a:ext>
              </a:extLst>
            </p:cNvPr>
            <p:cNvCxnSpPr>
              <a:cxnSpLocks/>
            </p:cNvCxnSpPr>
            <p:nvPr/>
          </p:nvCxnSpPr>
          <p:spPr>
            <a:xfrm>
              <a:off x="1992915" y="3256817"/>
              <a:ext cx="1396269" cy="28994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266">
              <a:extLst>
                <a:ext uri="{FF2B5EF4-FFF2-40B4-BE49-F238E27FC236}">
                  <a16:creationId xmlns:a16="http://schemas.microsoft.com/office/drawing/2014/main" id="{89995B8B-4901-6F83-C75E-53CE5F8C5208}"/>
                </a:ext>
                <a:ext uri="{C183D7F6-B498-43B3-948B-1728B52AA6E4}">
                  <adec:decorative xmlns:adec="http://schemas.microsoft.com/office/drawing/2017/decorative" val="1"/>
                </a:ext>
              </a:extLst>
            </p:cNvPr>
            <p:cNvCxnSpPr>
              <a:cxnSpLocks/>
            </p:cNvCxnSpPr>
            <p:nvPr/>
          </p:nvCxnSpPr>
          <p:spPr>
            <a:xfrm>
              <a:off x="2297715" y="3721555"/>
              <a:ext cx="930846" cy="17837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267">
              <a:extLst>
                <a:ext uri="{FF2B5EF4-FFF2-40B4-BE49-F238E27FC236}">
                  <a16:creationId xmlns:a16="http://schemas.microsoft.com/office/drawing/2014/main" id="{9632692F-69CC-D67B-3F26-5000A8E4F6C6}"/>
                </a:ext>
                <a:ext uri="{C183D7F6-B498-43B3-948B-1728B52AA6E4}">
                  <adec:decorative xmlns:adec="http://schemas.microsoft.com/office/drawing/2017/decorative" val="1"/>
                </a:ext>
              </a:extLst>
            </p:cNvPr>
            <p:cNvCxnSpPr>
              <a:cxnSpLocks/>
            </p:cNvCxnSpPr>
            <p:nvPr/>
          </p:nvCxnSpPr>
          <p:spPr>
            <a:xfrm flipV="1">
              <a:off x="2345071" y="4078705"/>
              <a:ext cx="970784" cy="110026"/>
            </a:xfrm>
            <a:prstGeom prst="curvedConnector3">
              <a:avLst>
                <a:gd name="adj1" fmla="val 3668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268">
              <a:extLst>
                <a:ext uri="{FF2B5EF4-FFF2-40B4-BE49-F238E27FC236}">
                  <a16:creationId xmlns:a16="http://schemas.microsoft.com/office/drawing/2014/main" id="{D5414CA3-AC57-3C47-DDCF-692AC88C47E4}"/>
                </a:ext>
                <a:ext uri="{C183D7F6-B498-43B3-948B-1728B52AA6E4}">
                  <adec:decorative xmlns:adec="http://schemas.microsoft.com/office/drawing/2017/decorative" val="1"/>
                </a:ext>
              </a:extLst>
            </p:cNvPr>
            <p:cNvCxnSpPr>
              <a:cxnSpLocks/>
            </p:cNvCxnSpPr>
            <p:nvPr/>
          </p:nvCxnSpPr>
          <p:spPr>
            <a:xfrm flipV="1">
              <a:off x="2276933" y="4279466"/>
              <a:ext cx="951628" cy="181698"/>
            </a:xfrm>
            <a:prstGeom prst="curvedConnector3">
              <a:avLst>
                <a:gd name="adj1" fmla="val 296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269">
              <a:extLst>
                <a:ext uri="{FF2B5EF4-FFF2-40B4-BE49-F238E27FC236}">
                  <a16:creationId xmlns:a16="http://schemas.microsoft.com/office/drawing/2014/main" id="{017C1205-F08B-8025-C368-DDC65F2634FA}"/>
                </a:ext>
                <a:ext uri="{C183D7F6-B498-43B3-948B-1728B52AA6E4}">
                  <adec:decorative xmlns:adec="http://schemas.microsoft.com/office/drawing/2017/decorative" val="1"/>
                </a:ext>
              </a:extLst>
            </p:cNvPr>
            <p:cNvCxnSpPr>
              <a:cxnSpLocks/>
            </p:cNvCxnSpPr>
            <p:nvPr/>
          </p:nvCxnSpPr>
          <p:spPr>
            <a:xfrm flipV="1">
              <a:off x="2283299" y="4367511"/>
              <a:ext cx="1171101" cy="61406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urved Connector 270">
              <a:extLst>
                <a:ext uri="{FF2B5EF4-FFF2-40B4-BE49-F238E27FC236}">
                  <a16:creationId xmlns:a16="http://schemas.microsoft.com/office/drawing/2014/main" id="{96CA40AC-A9BD-86C9-AF15-43DCA03ED90A}"/>
                </a:ext>
                <a:ext uri="{C183D7F6-B498-43B3-948B-1728B52AA6E4}">
                  <adec:decorative xmlns:adec="http://schemas.microsoft.com/office/drawing/2017/decorative" val="1"/>
                </a:ext>
              </a:extLst>
            </p:cNvPr>
            <p:cNvCxnSpPr>
              <a:cxnSpLocks/>
            </p:cNvCxnSpPr>
            <p:nvPr/>
          </p:nvCxnSpPr>
          <p:spPr>
            <a:xfrm flipV="1">
              <a:off x="2403426" y="4490696"/>
              <a:ext cx="1094246" cy="15072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271">
              <a:extLst>
                <a:ext uri="{FF2B5EF4-FFF2-40B4-BE49-F238E27FC236}">
                  <a16:creationId xmlns:a16="http://schemas.microsoft.com/office/drawing/2014/main" id="{8F02F3C9-E31C-C67A-C8BE-02856D5E00A4}"/>
                </a:ext>
                <a:ext uri="{C183D7F6-B498-43B3-948B-1728B52AA6E4}">
                  <adec:decorative xmlns:adec="http://schemas.microsoft.com/office/drawing/2017/decorative" val="1"/>
                </a:ext>
              </a:extLst>
            </p:cNvPr>
            <p:cNvCxnSpPr>
              <a:cxnSpLocks/>
            </p:cNvCxnSpPr>
            <p:nvPr/>
          </p:nvCxnSpPr>
          <p:spPr>
            <a:xfrm>
              <a:off x="2080551" y="3491579"/>
              <a:ext cx="1411246" cy="34797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272">
              <a:extLst>
                <a:ext uri="{FF2B5EF4-FFF2-40B4-BE49-F238E27FC236}">
                  <a16:creationId xmlns:a16="http://schemas.microsoft.com/office/drawing/2014/main" id="{351A3933-63DD-8648-AD65-01E5A38CD74C}"/>
                </a:ext>
                <a:ext uri="{C183D7F6-B498-43B3-948B-1728B52AA6E4}">
                  <adec:decorative xmlns:adec="http://schemas.microsoft.com/office/drawing/2017/decorative" val="1"/>
                </a:ext>
              </a:extLst>
            </p:cNvPr>
            <p:cNvCxnSpPr>
              <a:cxnSpLocks/>
            </p:cNvCxnSpPr>
            <p:nvPr/>
          </p:nvCxnSpPr>
          <p:spPr>
            <a:xfrm flipV="1">
              <a:off x="2080551" y="4619690"/>
              <a:ext cx="1558576" cy="65935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273">
              <a:extLst>
                <a:ext uri="{FF2B5EF4-FFF2-40B4-BE49-F238E27FC236}">
                  <a16:creationId xmlns:a16="http://schemas.microsoft.com/office/drawing/2014/main" id="{4B39A125-C251-F67E-C6DA-6F05BB99FD4B}"/>
                </a:ext>
                <a:ext uri="{C183D7F6-B498-43B3-948B-1728B52AA6E4}">
                  <adec:decorative xmlns:adec="http://schemas.microsoft.com/office/drawing/2017/decorative" val="1"/>
                </a:ext>
              </a:extLst>
            </p:cNvPr>
            <p:cNvCxnSpPr>
              <a:cxnSpLocks/>
            </p:cNvCxnSpPr>
            <p:nvPr/>
          </p:nvCxnSpPr>
          <p:spPr>
            <a:xfrm flipV="1">
              <a:off x="2080551" y="4748732"/>
              <a:ext cx="1308633" cy="63090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274">
              <a:extLst>
                <a:ext uri="{FF2B5EF4-FFF2-40B4-BE49-F238E27FC236}">
                  <a16:creationId xmlns:a16="http://schemas.microsoft.com/office/drawing/2014/main" id="{F76ACA98-5F73-1C7E-8E73-656A87498E38}"/>
                </a:ext>
                <a:ext uri="{C183D7F6-B498-43B3-948B-1728B52AA6E4}">
                  <adec:decorative xmlns:adec="http://schemas.microsoft.com/office/drawing/2017/decorative" val="1"/>
                </a:ext>
              </a:extLst>
            </p:cNvPr>
            <p:cNvCxnSpPr>
              <a:cxnSpLocks/>
            </p:cNvCxnSpPr>
            <p:nvPr/>
          </p:nvCxnSpPr>
          <p:spPr>
            <a:xfrm>
              <a:off x="2381790" y="3904020"/>
              <a:ext cx="1257337" cy="119090"/>
            </a:xfrm>
            <a:prstGeom prst="curvedConnector3">
              <a:avLst>
                <a:gd name="adj1" fmla="val 2649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45" name="Graphic 44">
            <a:extLst>
              <a:ext uri="{FF2B5EF4-FFF2-40B4-BE49-F238E27FC236}">
                <a16:creationId xmlns:a16="http://schemas.microsoft.com/office/drawing/2014/main" id="{6F5D7F2D-3ACC-8017-88D8-3AEBD9B170B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7326" y="4128922"/>
            <a:ext cx="609841" cy="470330"/>
          </a:xfrm>
          <a:prstGeom prst="rect">
            <a:avLst/>
          </a:prstGeom>
        </p:spPr>
      </p:pic>
      <p:pic>
        <p:nvPicPr>
          <p:cNvPr id="46" name="Graphic 45">
            <a:extLst>
              <a:ext uri="{FF2B5EF4-FFF2-40B4-BE49-F238E27FC236}">
                <a16:creationId xmlns:a16="http://schemas.microsoft.com/office/drawing/2014/main" id="{B73FF98B-FB5B-80EA-663F-73D880B6B63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6775" y="4853172"/>
            <a:ext cx="609841" cy="470330"/>
          </a:xfrm>
          <a:prstGeom prst="rect">
            <a:avLst/>
          </a:prstGeom>
        </p:spPr>
      </p:pic>
      <p:pic>
        <p:nvPicPr>
          <p:cNvPr id="47" name="Graphic 46">
            <a:extLst>
              <a:ext uri="{FF2B5EF4-FFF2-40B4-BE49-F238E27FC236}">
                <a16:creationId xmlns:a16="http://schemas.microsoft.com/office/drawing/2014/main" id="{7F65CF13-11A7-EE60-6D3F-7B81EB4811AD}"/>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6439" y="3435143"/>
            <a:ext cx="609841" cy="470330"/>
          </a:xfrm>
          <a:prstGeom prst="rect">
            <a:avLst/>
          </a:prstGeom>
        </p:spPr>
      </p:pic>
      <p:pic>
        <p:nvPicPr>
          <p:cNvPr id="48" name="Graphic 47">
            <a:extLst>
              <a:ext uri="{FF2B5EF4-FFF2-40B4-BE49-F238E27FC236}">
                <a16:creationId xmlns:a16="http://schemas.microsoft.com/office/drawing/2014/main" id="{93F519C3-1F9F-0242-5559-86C306AA4E6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454" y="3760156"/>
            <a:ext cx="609841" cy="470330"/>
          </a:xfrm>
          <a:prstGeom prst="rect">
            <a:avLst/>
          </a:prstGeom>
        </p:spPr>
      </p:pic>
      <p:pic>
        <p:nvPicPr>
          <p:cNvPr id="51" name="Graphic 50">
            <a:extLst>
              <a:ext uri="{FF2B5EF4-FFF2-40B4-BE49-F238E27FC236}">
                <a16:creationId xmlns:a16="http://schemas.microsoft.com/office/drawing/2014/main" id="{4031537C-B117-61AE-DB63-ACCF0C40DB46}"/>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354" y="4486017"/>
            <a:ext cx="609841" cy="470330"/>
          </a:xfrm>
          <a:prstGeom prst="rect">
            <a:avLst/>
          </a:prstGeom>
        </p:spPr>
      </p:pic>
      <p:grpSp>
        <p:nvGrpSpPr>
          <p:cNvPr id="58" name="Group 57">
            <a:extLst>
              <a:ext uri="{FF2B5EF4-FFF2-40B4-BE49-F238E27FC236}">
                <a16:creationId xmlns:a16="http://schemas.microsoft.com/office/drawing/2014/main" id="{71D20930-2328-385B-0710-DDD07D3DC90A}"/>
              </a:ext>
            </a:extLst>
          </p:cNvPr>
          <p:cNvGrpSpPr/>
          <p:nvPr/>
        </p:nvGrpSpPr>
        <p:grpSpPr>
          <a:xfrm>
            <a:off x="1931202" y="4106634"/>
            <a:ext cx="1919416" cy="906510"/>
            <a:chOff x="2742559" y="5192270"/>
            <a:chExt cx="2243137" cy="1071113"/>
          </a:xfrm>
        </p:grpSpPr>
        <p:pic>
          <p:nvPicPr>
            <p:cNvPr id="59" name="Graphic 6">
              <a:extLst>
                <a:ext uri="{FF2B5EF4-FFF2-40B4-BE49-F238E27FC236}">
                  <a16:creationId xmlns:a16="http://schemas.microsoft.com/office/drawing/2014/main" id="{B53F406F-8EBF-3BDC-EDD1-35D35D9DB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0746" y="519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Box 9">
              <a:extLst>
                <a:ext uri="{FF2B5EF4-FFF2-40B4-BE49-F238E27FC236}">
                  <a16:creationId xmlns:a16="http://schemas.microsoft.com/office/drawing/2014/main" id="{90C7298C-E2FA-6B97-75AA-CD452F55E496}"/>
                </a:ext>
              </a:extLst>
            </p:cNvPr>
            <p:cNvSpPr txBox="1">
              <a:spLocks noChangeArrowheads="1"/>
            </p:cNvSpPr>
            <p:nvPr/>
          </p:nvSpPr>
          <p:spPr bwMode="auto">
            <a:xfrm>
              <a:off x="2742559" y="5954270"/>
              <a:ext cx="2243137"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IoT Core</a:t>
              </a:r>
            </a:p>
          </p:txBody>
        </p:sp>
      </p:grpSp>
      <p:sp>
        <p:nvSpPr>
          <p:cNvPr id="67" name="TextBox 66">
            <a:extLst>
              <a:ext uri="{FF2B5EF4-FFF2-40B4-BE49-F238E27FC236}">
                <a16:creationId xmlns:a16="http://schemas.microsoft.com/office/drawing/2014/main" id="{89DB713F-DB6A-4818-1D6D-25B831251F3B}"/>
              </a:ext>
            </a:extLst>
          </p:cNvPr>
          <p:cNvSpPr txBox="1"/>
          <p:nvPr/>
        </p:nvSpPr>
        <p:spPr>
          <a:xfrm>
            <a:off x="6410217" y="4151165"/>
            <a:ext cx="518869"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Load</a:t>
            </a:r>
          </a:p>
        </p:txBody>
      </p:sp>
      <p:sp>
        <p:nvSpPr>
          <p:cNvPr id="72" name="TextBox 9">
            <a:extLst>
              <a:ext uri="{FF2B5EF4-FFF2-40B4-BE49-F238E27FC236}">
                <a16:creationId xmlns:a16="http://schemas.microsoft.com/office/drawing/2014/main" id="{0002020A-6872-2E63-39D9-2DA7FC1976C8}"/>
              </a:ext>
            </a:extLst>
          </p:cNvPr>
          <p:cNvSpPr txBox="1">
            <a:spLocks noChangeArrowheads="1"/>
          </p:cNvSpPr>
          <p:nvPr/>
        </p:nvSpPr>
        <p:spPr bwMode="auto">
          <a:xfrm>
            <a:off x="435955" y="5685436"/>
            <a:ext cx="10975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Self Driving Cars</a:t>
            </a:r>
          </a:p>
        </p:txBody>
      </p:sp>
      <p:grpSp>
        <p:nvGrpSpPr>
          <p:cNvPr id="14" name="Group 13">
            <a:extLst>
              <a:ext uri="{FF2B5EF4-FFF2-40B4-BE49-F238E27FC236}">
                <a16:creationId xmlns:a16="http://schemas.microsoft.com/office/drawing/2014/main" id="{4C070E13-6607-2446-55D4-99959DD947B1}"/>
              </a:ext>
            </a:extLst>
          </p:cNvPr>
          <p:cNvGrpSpPr/>
          <p:nvPr/>
        </p:nvGrpSpPr>
        <p:grpSpPr>
          <a:xfrm>
            <a:off x="5748180" y="2427817"/>
            <a:ext cx="921471" cy="940681"/>
            <a:chOff x="7752856" y="1858573"/>
            <a:chExt cx="1076883" cy="1111489"/>
          </a:xfrm>
        </p:grpSpPr>
        <p:pic>
          <p:nvPicPr>
            <p:cNvPr id="15" name="Graphic 6">
              <a:extLst>
                <a:ext uri="{FF2B5EF4-FFF2-40B4-BE49-F238E27FC236}">
                  <a16:creationId xmlns:a16="http://schemas.microsoft.com/office/drawing/2014/main" id="{32D45321-B5C4-72B7-BAA5-ED7D192123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0">
              <a:extLst>
                <a:ext uri="{FF2B5EF4-FFF2-40B4-BE49-F238E27FC236}">
                  <a16:creationId xmlns:a16="http://schemas.microsoft.com/office/drawing/2014/main" id="{7C781ED1-6C0A-B6DE-824D-2C408DE88CA5}"/>
                </a:ext>
              </a:extLst>
            </p:cNvPr>
            <p:cNvSpPr txBox="1">
              <a:spLocks noChangeArrowheads="1"/>
            </p:cNvSpPr>
            <p:nvPr/>
          </p:nvSpPr>
          <p:spPr bwMode="auto">
            <a:xfrm>
              <a:off x="7752856" y="2660949"/>
              <a:ext cx="1076883"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Glue</a:t>
              </a:r>
            </a:p>
          </p:txBody>
        </p:sp>
      </p:grpSp>
      <p:grpSp>
        <p:nvGrpSpPr>
          <p:cNvPr id="36" name="Group 35">
            <a:extLst>
              <a:ext uri="{FF2B5EF4-FFF2-40B4-BE49-F238E27FC236}">
                <a16:creationId xmlns:a16="http://schemas.microsoft.com/office/drawing/2014/main" id="{1EC8AEA2-780E-F96A-C31E-159056B49DD4}"/>
              </a:ext>
            </a:extLst>
          </p:cNvPr>
          <p:cNvGrpSpPr/>
          <p:nvPr/>
        </p:nvGrpSpPr>
        <p:grpSpPr>
          <a:xfrm>
            <a:off x="4939469" y="2524249"/>
            <a:ext cx="1085360" cy="615148"/>
            <a:chOff x="9106581" y="3070756"/>
            <a:chExt cx="1268412" cy="726846"/>
          </a:xfrm>
        </p:grpSpPr>
        <p:sp>
          <p:nvSpPr>
            <p:cNvPr id="17" name="TextBox 16">
              <a:extLst>
                <a:ext uri="{FF2B5EF4-FFF2-40B4-BE49-F238E27FC236}">
                  <a16:creationId xmlns:a16="http://schemas.microsoft.com/office/drawing/2014/main" id="{96CD18D8-1E51-F508-A6B9-A6C1134D00FE}"/>
                </a:ext>
              </a:extLst>
            </p:cNvPr>
            <p:cNvSpPr txBox="1">
              <a:spLocks noChangeArrowheads="1"/>
            </p:cNvSpPr>
            <p:nvPr/>
          </p:nvSpPr>
          <p:spPr bwMode="auto">
            <a:xfrm>
              <a:off x="9106581" y="3497580"/>
              <a:ext cx="1268412" cy="300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rial" panose="020B0604020202020204" pitchFamily="34" charset="0"/>
                  <a:ea typeface="Amazon Ember" panose="020B0603020204020204" pitchFamily="34" charset="0"/>
                  <a:cs typeface="Arial" panose="020B0604020202020204" pitchFamily="34" charset="0"/>
                </a:rPr>
                <a:t>Crawler</a:t>
              </a:r>
            </a:p>
          </p:txBody>
        </p:sp>
        <p:pic>
          <p:nvPicPr>
            <p:cNvPr id="18" name="Graphic 7">
              <a:extLst>
                <a:ext uri="{FF2B5EF4-FFF2-40B4-BE49-F238E27FC236}">
                  <a16:creationId xmlns:a16="http://schemas.microsoft.com/office/drawing/2014/main" id="{05A39FB1-B9D9-0890-6F6A-39EDF9B0C8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12187" y="30707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3" name="Straight Arrow Connector 22">
            <a:extLst>
              <a:ext uri="{FF2B5EF4-FFF2-40B4-BE49-F238E27FC236}">
                <a16:creationId xmlns:a16="http://schemas.microsoft.com/office/drawing/2014/main" id="{42788FFE-89C6-45A7-E6E5-142557C165F5}"/>
              </a:ext>
            </a:extLst>
          </p:cNvPr>
          <p:cNvCxnSpPr>
            <a:cxnSpLocks/>
            <a:stCxn id="15" idx="2"/>
            <a:endCxn id="20" idx="0"/>
          </p:cNvCxnSpPr>
          <p:nvPr/>
        </p:nvCxnSpPr>
        <p:spPr>
          <a:xfrm>
            <a:off x="6145230" y="3072717"/>
            <a:ext cx="1315718" cy="102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A0A9805-09D7-CF3A-6B8C-C143C4058CC9}"/>
              </a:ext>
            </a:extLst>
          </p:cNvPr>
          <p:cNvSpPr txBox="1"/>
          <p:nvPr/>
        </p:nvSpPr>
        <p:spPr>
          <a:xfrm>
            <a:off x="6665929" y="3337863"/>
            <a:ext cx="598761"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Crawl</a:t>
            </a:r>
          </a:p>
        </p:txBody>
      </p:sp>
      <p:grpSp>
        <p:nvGrpSpPr>
          <p:cNvPr id="71" name="Group 70">
            <a:extLst>
              <a:ext uri="{FF2B5EF4-FFF2-40B4-BE49-F238E27FC236}">
                <a16:creationId xmlns:a16="http://schemas.microsoft.com/office/drawing/2014/main" id="{CD7E8312-A227-D767-E70E-4F178DF89F11}"/>
              </a:ext>
            </a:extLst>
          </p:cNvPr>
          <p:cNvGrpSpPr/>
          <p:nvPr/>
        </p:nvGrpSpPr>
        <p:grpSpPr>
          <a:xfrm>
            <a:off x="6961857" y="2298211"/>
            <a:ext cx="921472" cy="778989"/>
            <a:chOff x="6802691" y="1669690"/>
            <a:chExt cx="921472" cy="778989"/>
          </a:xfrm>
        </p:grpSpPr>
        <p:pic>
          <p:nvPicPr>
            <p:cNvPr id="49" name="Picture 48">
              <a:extLst>
                <a:ext uri="{FF2B5EF4-FFF2-40B4-BE49-F238E27FC236}">
                  <a16:creationId xmlns:a16="http://schemas.microsoft.com/office/drawing/2014/main" id="{512A65F9-DA78-34E3-B7DD-2E852A40A976}"/>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65908" y="1669690"/>
              <a:ext cx="395039" cy="390719"/>
            </a:xfrm>
            <a:prstGeom prst="rect">
              <a:avLst/>
            </a:prstGeom>
          </p:spPr>
        </p:pic>
        <p:sp>
          <p:nvSpPr>
            <p:cNvPr id="50" name="TextBox 49">
              <a:extLst>
                <a:ext uri="{FF2B5EF4-FFF2-40B4-BE49-F238E27FC236}">
                  <a16:creationId xmlns:a16="http://schemas.microsoft.com/office/drawing/2014/main" id="{CD1D8B60-EBC6-C9C7-44E3-54EF5B2016E3}"/>
                </a:ext>
                <a:ext uri="{C183D7F6-B498-43B3-948B-1728B52AA6E4}">
                  <adec:decorative xmlns:adec="http://schemas.microsoft.com/office/drawing/2017/decorative" val="1"/>
                </a:ext>
              </a:extLst>
            </p:cNvPr>
            <p:cNvSpPr txBox="1">
              <a:spLocks noChangeArrowheads="1"/>
            </p:cNvSpPr>
            <p:nvPr/>
          </p:nvSpPr>
          <p:spPr bwMode="auto">
            <a:xfrm>
              <a:off x="6802691" y="2048569"/>
              <a:ext cx="9214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eaLnBrk="1" hangingPunct="1">
                <a:defRPr/>
              </a:pPr>
              <a:r>
                <a:rPr lang="en-US" altLang="en-US" sz="1000" dirty="0">
                  <a:latin typeface="Arial" panose="020B0604020202020204" pitchFamily="34" charset="0"/>
                  <a:cs typeface="Arial" panose="020B0604020202020204" pitchFamily="34" charset="0"/>
                </a:rPr>
                <a:t>AWS Glue Data Catalog</a:t>
              </a:r>
            </a:p>
          </p:txBody>
        </p:sp>
      </p:grpSp>
      <p:grpSp>
        <p:nvGrpSpPr>
          <p:cNvPr id="12" name="Group 11">
            <a:extLst>
              <a:ext uri="{FF2B5EF4-FFF2-40B4-BE49-F238E27FC236}">
                <a16:creationId xmlns:a16="http://schemas.microsoft.com/office/drawing/2014/main" id="{FC266AC7-1A6E-64D6-F3A9-2BF8F897BB73}"/>
              </a:ext>
            </a:extLst>
          </p:cNvPr>
          <p:cNvGrpSpPr/>
          <p:nvPr/>
        </p:nvGrpSpPr>
        <p:grpSpPr>
          <a:xfrm>
            <a:off x="9344772" y="4096701"/>
            <a:ext cx="1027954" cy="1077131"/>
            <a:chOff x="2769600" y="1182688"/>
            <a:chExt cx="1201325" cy="1272715"/>
          </a:xfrm>
        </p:grpSpPr>
        <p:pic>
          <p:nvPicPr>
            <p:cNvPr id="13" name="Graphic 8">
              <a:extLst>
                <a:ext uri="{FF2B5EF4-FFF2-40B4-BE49-F238E27FC236}">
                  <a16:creationId xmlns:a16="http://schemas.microsoft.com/office/drawing/2014/main" id="{DB595929-FCAC-1C89-E0BC-97AEF80C7F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9">
              <a:extLst>
                <a:ext uri="{FF2B5EF4-FFF2-40B4-BE49-F238E27FC236}">
                  <a16:creationId xmlns:a16="http://schemas.microsoft.com/office/drawing/2014/main" id="{E44514C2-9FA0-F513-46EA-220B0AE40F6C}"/>
                </a:ext>
              </a:extLst>
            </p:cNvPr>
            <p:cNvSpPr txBox="1">
              <a:spLocks noChangeArrowheads="1"/>
            </p:cNvSpPr>
            <p:nvPr/>
          </p:nvSpPr>
          <p:spPr bwMode="auto">
            <a:xfrm>
              <a:off x="2769600" y="1946276"/>
              <a:ext cx="1201325"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Processed Bucket</a:t>
              </a:r>
            </a:p>
          </p:txBody>
        </p:sp>
      </p:grpSp>
      <p:grpSp>
        <p:nvGrpSpPr>
          <p:cNvPr id="24" name="Group 23">
            <a:extLst>
              <a:ext uri="{FF2B5EF4-FFF2-40B4-BE49-F238E27FC236}">
                <a16:creationId xmlns:a16="http://schemas.microsoft.com/office/drawing/2014/main" id="{DA33BA83-CB1B-0038-D86C-F103C8401DF4}"/>
              </a:ext>
            </a:extLst>
          </p:cNvPr>
          <p:cNvGrpSpPr/>
          <p:nvPr/>
        </p:nvGrpSpPr>
        <p:grpSpPr>
          <a:xfrm>
            <a:off x="8233388" y="2425944"/>
            <a:ext cx="921471" cy="946253"/>
            <a:chOff x="7754814" y="1858573"/>
            <a:chExt cx="1076883" cy="1118073"/>
          </a:xfrm>
        </p:grpSpPr>
        <p:pic>
          <p:nvPicPr>
            <p:cNvPr id="25" name="Graphic 6">
              <a:extLst>
                <a:ext uri="{FF2B5EF4-FFF2-40B4-BE49-F238E27FC236}">
                  <a16:creationId xmlns:a16="http://schemas.microsoft.com/office/drawing/2014/main" id="{EBD87DF9-7D22-A1B8-D7D4-3C40932BEB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10">
              <a:extLst>
                <a:ext uri="{FF2B5EF4-FFF2-40B4-BE49-F238E27FC236}">
                  <a16:creationId xmlns:a16="http://schemas.microsoft.com/office/drawing/2014/main" id="{8737C4DD-E76C-02EE-C3ED-FB420EA40BC3}"/>
                </a:ext>
              </a:extLst>
            </p:cNvPr>
            <p:cNvSpPr txBox="1">
              <a:spLocks noChangeArrowheads="1"/>
            </p:cNvSpPr>
            <p:nvPr/>
          </p:nvSpPr>
          <p:spPr bwMode="auto">
            <a:xfrm>
              <a:off x="7754814" y="2667533"/>
              <a:ext cx="1076883"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Glue</a:t>
              </a:r>
            </a:p>
          </p:txBody>
        </p:sp>
      </p:grpSp>
      <p:cxnSp>
        <p:nvCxnSpPr>
          <p:cNvPr id="29" name="Straight Arrow Connector 28">
            <a:extLst>
              <a:ext uri="{FF2B5EF4-FFF2-40B4-BE49-F238E27FC236}">
                <a16:creationId xmlns:a16="http://schemas.microsoft.com/office/drawing/2014/main" id="{48436F1D-1283-83C8-AB95-51CC47E8D20D}"/>
              </a:ext>
            </a:extLst>
          </p:cNvPr>
          <p:cNvCxnSpPr>
            <a:cxnSpLocks/>
            <a:endCxn id="25" idx="2"/>
          </p:cNvCxnSpPr>
          <p:nvPr/>
        </p:nvCxnSpPr>
        <p:spPr>
          <a:xfrm flipV="1">
            <a:off x="7451461" y="3070843"/>
            <a:ext cx="1177302" cy="102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5BCA5BCF-A4DC-AB2F-15AF-7AC947A04574}"/>
              </a:ext>
            </a:extLst>
          </p:cNvPr>
          <p:cNvGrpSpPr/>
          <p:nvPr/>
        </p:nvGrpSpPr>
        <p:grpSpPr>
          <a:xfrm>
            <a:off x="9059026" y="2411115"/>
            <a:ext cx="587400" cy="585070"/>
            <a:chOff x="6794051" y="4029450"/>
            <a:chExt cx="1190171" cy="1243367"/>
          </a:xfrm>
        </p:grpSpPr>
        <p:pic>
          <p:nvPicPr>
            <p:cNvPr id="61" name="Picture 60">
              <a:extLst>
                <a:ext uri="{FF2B5EF4-FFF2-40B4-BE49-F238E27FC236}">
                  <a16:creationId xmlns:a16="http://schemas.microsoft.com/office/drawing/2014/main" id="{BB4220AB-8DB4-E5E9-481A-5467E7BD62DC}"/>
                </a:ext>
                <a:ext uri="{C183D7F6-B498-43B3-948B-1728B52AA6E4}">
                  <adec:decorative xmlns:adec="http://schemas.microsoft.com/office/drawing/2017/decorative" val="1"/>
                </a:ext>
              </a:extLst>
            </p:cNvPr>
            <p:cNvPicPr>
              <a:picLocks noChangeAspect="1"/>
            </p:cNvPicPr>
            <p:nvPr/>
          </p:nvPicPr>
          <p:blipFill>
            <a:blip r:embed="rId11">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029734" y="4297363"/>
              <a:ext cx="954488" cy="975454"/>
            </a:xfrm>
            <a:prstGeom prst="rect">
              <a:avLst/>
            </a:prstGeom>
          </p:spPr>
        </p:pic>
        <p:pic>
          <p:nvPicPr>
            <p:cNvPr id="62" name="Picture 61">
              <a:extLst>
                <a:ext uri="{FF2B5EF4-FFF2-40B4-BE49-F238E27FC236}">
                  <a16:creationId xmlns:a16="http://schemas.microsoft.com/office/drawing/2014/main" id="{3567C892-36F5-78AB-EDC6-64506FCB9038}"/>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794051" y="4029450"/>
              <a:ext cx="559507" cy="788123"/>
            </a:xfrm>
            <a:prstGeom prst="rect">
              <a:avLst/>
            </a:prstGeom>
          </p:spPr>
        </p:pic>
      </p:grpSp>
      <p:sp>
        <p:nvSpPr>
          <p:cNvPr id="64" name="TextBox 63">
            <a:extLst>
              <a:ext uri="{FF2B5EF4-FFF2-40B4-BE49-F238E27FC236}">
                <a16:creationId xmlns:a16="http://schemas.microsoft.com/office/drawing/2014/main" id="{CBCE79BD-B0EF-B539-2BFC-EB19803539D9}"/>
              </a:ext>
            </a:extLst>
          </p:cNvPr>
          <p:cNvSpPr txBox="1">
            <a:spLocks noChangeArrowheads="1"/>
          </p:cNvSpPr>
          <p:nvPr/>
        </p:nvSpPr>
        <p:spPr bwMode="auto">
          <a:xfrm>
            <a:off x="8815534" y="2925225"/>
            <a:ext cx="108536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rial" panose="020B0604020202020204" pitchFamily="34" charset="0"/>
                <a:ea typeface="Amazon Ember" panose="020B0603020204020204" pitchFamily="34" charset="0"/>
                <a:cs typeface="Arial" panose="020B0604020202020204" pitchFamily="34" charset="0"/>
              </a:rPr>
              <a:t>ETL Job</a:t>
            </a:r>
          </a:p>
        </p:txBody>
      </p:sp>
      <p:cxnSp>
        <p:nvCxnSpPr>
          <p:cNvPr id="65" name="Straight Arrow Connector 64">
            <a:extLst>
              <a:ext uri="{FF2B5EF4-FFF2-40B4-BE49-F238E27FC236}">
                <a16:creationId xmlns:a16="http://schemas.microsoft.com/office/drawing/2014/main" id="{736516BB-F4C5-C95D-1259-58D6361CF2CB}"/>
              </a:ext>
            </a:extLst>
          </p:cNvPr>
          <p:cNvCxnSpPr>
            <a:cxnSpLocks/>
            <a:stCxn id="25" idx="2"/>
            <a:endCxn id="13" idx="0"/>
          </p:cNvCxnSpPr>
          <p:nvPr/>
        </p:nvCxnSpPr>
        <p:spPr>
          <a:xfrm>
            <a:off x="8628763" y="3070843"/>
            <a:ext cx="1229987" cy="1025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CD2074FC-67F3-4608-CFAE-988B05928167}"/>
              </a:ext>
            </a:extLst>
          </p:cNvPr>
          <p:cNvSpPr txBox="1"/>
          <p:nvPr/>
        </p:nvSpPr>
        <p:spPr>
          <a:xfrm>
            <a:off x="8628763" y="3448567"/>
            <a:ext cx="866640" cy="738664"/>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pPr algn="l"/>
            <a:r>
              <a:rPr lang="en-US" sz="1050" dirty="0"/>
              <a:t>Transform</a:t>
            </a:r>
          </a:p>
          <a:p>
            <a:pPr algn="l"/>
            <a:r>
              <a:rPr lang="en-US" sz="1050" dirty="0"/>
              <a:t>Format</a:t>
            </a:r>
          </a:p>
          <a:p>
            <a:pPr algn="l"/>
            <a:r>
              <a:rPr lang="en-US" sz="1050" dirty="0"/>
              <a:t>Partition</a:t>
            </a:r>
          </a:p>
          <a:p>
            <a:pPr algn="l"/>
            <a:r>
              <a:rPr lang="en-US" sz="1050" dirty="0"/>
              <a:t>Compress</a:t>
            </a:r>
          </a:p>
        </p:txBody>
      </p:sp>
      <p:grpSp>
        <p:nvGrpSpPr>
          <p:cNvPr id="4" name="Group 3">
            <a:extLst>
              <a:ext uri="{FF2B5EF4-FFF2-40B4-BE49-F238E27FC236}">
                <a16:creationId xmlns:a16="http://schemas.microsoft.com/office/drawing/2014/main" id="{71D1CA63-CE03-125A-4F9D-025D01850A70}"/>
              </a:ext>
            </a:extLst>
          </p:cNvPr>
          <p:cNvGrpSpPr/>
          <p:nvPr/>
        </p:nvGrpSpPr>
        <p:grpSpPr>
          <a:xfrm>
            <a:off x="10722120" y="4117360"/>
            <a:ext cx="1027955" cy="1055128"/>
            <a:chOff x="9948071" y="1443995"/>
            <a:chExt cx="1027955" cy="1055128"/>
          </a:xfrm>
        </p:grpSpPr>
        <p:pic>
          <p:nvPicPr>
            <p:cNvPr id="52" name="Graphic 14">
              <a:extLst>
                <a:ext uri="{FF2B5EF4-FFF2-40B4-BE49-F238E27FC236}">
                  <a16:creationId xmlns:a16="http://schemas.microsoft.com/office/drawing/2014/main" id="{EA94F10F-E18A-68CF-7254-ADEBA75C289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99295" y="1443995"/>
              <a:ext cx="609465" cy="609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Box 17">
              <a:extLst>
                <a:ext uri="{FF2B5EF4-FFF2-40B4-BE49-F238E27FC236}">
                  <a16:creationId xmlns:a16="http://schemas.microsoft.com/office/drawing/2014/main" id="{B22EEE4B-351E-C395-4B24-989F3AA50CC8}"/>
                </a:ext>
              </a:extLst>
            </p:cNvPr>
            <p:cNvSpPr txBox="1">
              <a:spLocks noChangeArrowheads="1"/>
            </p:cNvSpPr>
            <p:nvPr/>
          </p:nvSpPr>
          <p:spPr bwMode="auto">
            <a:xfrm>
              <a:off x="9948071" y="2068236"/>
              <a:ext cx="102795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cs typeface="Arial" panose="020B0604020202020204" pitchFamily="34" charset="0"/>
                </a:rPr>
                <a:t>Amazon Athena</a:t>
              </a:r>
            </a:p>
          </p:txBody>
        </p:sp>
      </p:grpSp>
      <p:cxnSp>
        <p:nvCxnSpPr>
          <p:cNvPr id="54" name="Straight Arrow Connector 53">
            <a:extLst>
              <a:ext uri="{FF2B5EF4-FFF2-40B4-BE49-F238E27FC236}">
                <a16:creationId xmlns:a16="http://schemas.microsoft.com/office/drawing/2014/main" id="{63FF264D-9CE4-785D-8D48-8C8E262720BF}"/>
              </a:ext>
            </a:extLst>
          </p:cNvPr>
          <p:cNvCxnSpPr>
            <a:cxnSpLocks/>
            <a:stCxn id="13" idx="3"/>
            <a:endCxn id="52" idx="1"/>
          </p:cNvCxnSpPr>
          <p:nvPr/>
        </p:nvCxnSpPr>
        <p:spPr>
          <a:xfrm>
            <a:off x="10184765" y="4419151"/>
            <a:ext cx="788579" cy="2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A752B490-702A-6BD4-9635-36E87B3567C0}"/>
              </a:ext>
            </a:extLst>
          </p:cNvPr>
          <p:cNvSpPr txBox="1"/>
          <p:nvPr/>
        </p:nvSpPr>
        <p:spPr>
          <a:xfrm>
            <a:off x="10255888" y="4099764"/>
            <a:ext cx="598761"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Query</a:t>
            </a:r>
          </a:p>
        </p:txBody>
      </p:sp>
      <p:grpSp>
        <p:nvGrpSpPr>
          <p:cNvPr id="73" name="Group 72">
            <a:extLst>
              <a:ext uri="{FF2B5EF4-FFF2-40B4-BE49-F238E27FC236}">
                <a16:creationId xmlns:a16="http://schemas.microsoft.com/office/drawing/2014/main" id="{9FFD1893-E907-1A5D-561B-6810F1CF89CE}"/>
              </a:ext>
            </a:extLst>
          </p:cNvPr>
          <p:cNvGrpSpPr/>
          <p:nvPr/>
        </p:nvGrpSpPr>
        <p:grpSpPr>
          <a:xfrm>
            <a:off x="10910624" y="2415140"/>
            <a:ext cx="921471" cy="940681"/>
            <a:chOff x="7752856" y="1858573"/>
            <a:chExt cx="1076883" cy="1111489"/>
          </a:xfrm>
        </p:grpSpPr>
        <p:pic>
          <p:nvPicPr>
            <p:cNvPr id="75" name="Graphic 6">
              <a:extLst>
                <a:ext uri="{FF2B5EF4-FFF2-40B4-BE49-F238E27FC236}">
                  <a16:creationId xmlns:a16="http://schemas.microsoft.com/office/drawing/2014/main" id="{CBD7DE29-F2DA-E36B-4BF0-7ABB5D867D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TextBox 10">
              <a:extLst>
                <a:ext uri="{FF2B5EF4-FFF2-40B4-BE49-F238E27FC236}">
                  <a16:creationId xmlns:a16="http://schemas.microsoft.com/office/drawing/2014/main" id="{E725D480-BB48-0E7F-D6DD-39FBFE8986AE}"/>
                </a:ext>
              </a:extLst>
            </p:cNvPr>
            <p:cNvSpPr txBox="1">
              <a:spLocks noChangeArrowheads="1"/>
            </p:cNvSpPr>
            <p:nvPr/>
          </p:nvSpPr>
          <p:spPr bwMode="auto">
            <a:xfrm>
              <a:off x="7752856" y="2660949"/>
              <a:ext cx="1076883"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Glue</a:t>
              </a:r>
            </a:p>
          </p:txBody>
        </p:sp>
      </p:grpSp>
      <p:grpSp>
        <p:nvGrpSpPr>
          <p:cNvPr id="77" name="Group 76">
            <a:extLst>
              <a:ext uri="{FF2B5EF4-FFF2-40B4-BE49-F238E27FC236}">
                <a16:creationId xmlns:a16="http://schemas.microsoft.com/office/drawing/2014/main" id="{FE83771B-275E-63C8-08C1-4A20574D934A}"/>
              </a:ext>
            </a:extLst>
          </p:cNvPr>
          <p:cNvGrpSpPr/>
          <p:nvPr/>
        </p:nvGrpSpPr>
        <p:grpSpPr>
          <a:xfrm>
            <a:off x="9997994" y="2482733"/>
            <a:ext cx="1085360" cy="615148"/>
            <a:chOff x="9106581" y="3070756"/>
            <a:chExt cx="1268412" cy="726846"/>
          </a:xfrm>
        </p:grpSpPr>
        <p:sp>
          <p:nvSpPr>
            <p:cNvPr id="78" name="TextBox 77">
              <a:extLst>
                <a:ext uri="{FF2B5EF4-FFF2-40B4-BE49-F238E27FC236}">
                  <a16:creationId xmlns:a16="http://schemas.microsoft.com/office/drawing/2014/main" id="{B1C396B0-F229-6E5E-2738-0B817F739DF1}"/>
                </a:ext>
              </a:extLst>
            </p:cNvPr>
            <p:cNvSpPr txBox="1">
              <a:spLocks noChangeArrowheads="1"/>
            </p:cNvSpPr>
            <p:nvPr/>
          </p:nvSpPr>
          <p:spPr bwMode="auto">
            <a:xfrm>
              <a:off x="9106581" y="3497580"/>
              <a:ext cx="1268412" cy="300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rial" panose="020B0604020202020204" pitchFamily="34" charset="0"/>
                  <a:ea typeface="Amazon Ember" panose="020B0603020204020204" pitchFamily="34" charset="0"/>
                  <a:cs typeface="Arial" panose="020B0604020202020204" pitchFamily="34" charset="0"/>
                </a:rPr>
                <a:t>Crawler</a:t>
              </a:r>
            </a:p>
          </p:txBody>
        </p:sp>
        <p:pic>
          <p:nvPicPr>
            <p:cNvPr id="79" name="Graphic 7">
              <a:extLst>
                <a:ext uri="{FF2B5EF4-FFF2-40B4-BE49-F238E27FC236}">
                  <a16:creationId xmlns:a16="http://schemas.microsoft.com/office/drawing/2014/main" id="{DD7950C8-D772-5C8E-2BAD-A8276C35DD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12187" y="30707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80" name="Straight Arrow Connector 79">
            <a:extLst>
              <a:ext uri="{FF2B5EF4-FFF2-40B4-BE49-F238E27FC236}">
                <a16:creationId xmlns:a16="http://schemas.microsoft.com/office/drawing/2014/main" id="{1B2E8567-8A45-1DBD-1FD7-31D65C0457A4}"/>
              </a:ext>
            </a:extLst>
          </p:cNvPr>
          <p:cNvCxnSpPr>
            <a:cxnSpLocks/>
            <a:stCxn id="75" idx="1"/>
            <a:endCxn id="13" idx="0"/>
          </p:cNvCxnSpPr>
          <p:nvPr/>
        </p:nvCxnSpPr>
        <p:spPr>
          <a:xfrm flipH="1">
            <a:off x="9858750" y="2737590"/>
            <a:ext cx="1122909" cy="1359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EEA21A76-D890-794A-E73F-AEA291495059}"/>
              </a:ext>
            </a:extLst>
          </p:cNvPr>
          <p:cNvGrpSpPr/>
          <p:nvPr/>
        </p:nvGrpSpPr>
        <p:grpSpPr>
          <a:xfrm>
            <a:off x="10912983" y="1630805"/>
            <a:ext cx="921472" cy="778989"/>
            <a:chOff x="6802691" y="1669690"/>
            <a:chExt cx="921472" cy="778989"/>
          </a:xfrm>
        </p:grpSpPr>
        <p:pic>
          <p:nvPicPr>
            <p:cNvPr id="84" name="Picture 83">
              <a:extLst>
                <a:ext uri="{FF2B5EF4-FFF2-40B4-BE49-F238E27FC236}">
                  <a16:creationId xmlns:a16="http://schemas.microsoft.com/office/drawing/2014/main" id="{E6D56FC3-5623-8588-66C3-767C42BD1770}"/>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65908" y="1669690"/>
              <a:ext cx="395039" cy="390719"/>
            </a:xfrm>
            <a:prstGeom prst="rect">
              <a:avLst/>
            </a:prstGeom>
          </p:spPr>
        </p:pic>
        <p:sp>
          <p:nvSpPr>
            <p:cNvPr id="85" name="TextBox 84">
              <a:extLst>
                <a:ext uri="{FF2B5EF4-FFF2-40B4-BE49-F238E27FC236}">
                  <a16:creationId xmlns:a16="http://schemas.microsoft.com/office/drawing/2014/main" id="{F3CC91C2-0AB1-7FCB-08CF-6CF5431627AC}"/>
                </a:ext>
                <a:ext uri="{C183D7F6-B498-43B3-948B-1728B52AA6E4}">
                  <adec:decorative xmlns:adec="http://schemas.microsoft.com/office/drawing/2017/decorative" val="1"/>
                </a:ext>
              </a:extLst>
            </p:cNvPr>
            <p:cNvSpPr txBox="1">
              <a:spLocks noChangeArrowheads="1"/>
            </p:cNvSpPr>
            <p:nvPr/>
          </p:nvSpPr>
          <p:spPr bwMode="auto">
            <a:xfrm>
              <a:off x="6802691" y="2048569"/>
              <a:ext cx="9214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eaLnBrk="1" hangingPunct="1">
                <a:defRPr/>
              </a:pPr>
              <a:r>
                <a:rPr lang="en-US" altLang="en-US" sz="1000" dirty="0">
                  <a:latin typeface="Arial" panose="020B0604020202020204" pitchFamily="34" charset="0"/>
                  <a:cs typeface="Arial" panose="020B0604020202020204" pitchFamily="34" charset="0"/>
                </a:rPr>
                <a:t>AWS Glue Data Catalog</a:t>
              </a:r>
            </a:p>
          </p:txBody>
        </p:sp>
      </p:grpSp>
      <p:cxnSp>
        <p:nvCxnSpPr>
          <p:cNvPr id="87" name="Straight Arrow Connector 86">
            <a:extLst>
              <a:ext uri="{FF2B5EF4-FFF2-40B4-BE49-F238E27FC236}">
                <a16:creationId xmlns:a16="http://schemas.microsoft.com/office/drawing/2014/main" id="{FA685537-08FA-5502-8491-CB9DE9B6CD00}"/>
              </a:ext>
            </a:extLst>
          </p:cNvPr>
          <p:cNvCxnSpPr>
            <a:cxnSpLocks/>
            <a:stCxn id="75" idx="2"/>
            <a:endCxn id="52" idx="0"/>
          </p:cNvCxnSpPr>
          <p:nvPr/>
        </p:nvCxnSpPr>
        <p:spPr>
          <a:xfrm flipH="1">
            <a:off x="11278077" y="3060040"/>
            <a:ext cx="29598" cy="1057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93BEDD7C-C70D-2DF8-D536-50B2DFEB8D5D}"/>
              </a:ext>
            </a:extLst>
          </p:cNvPr>
          <p:cNvSpPr txBox="1"/>
          <p:nvPr/>
        </p:nvSpPr>
        <p:spPr>
          <a:xfrm>
            <a:off x="9989954" y="3204868"/>
            <a:ext cx="598761"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Crawl</a:t>
            </a:r>
          </a:p>
        </p:txBody>
      </p:sp>
      <p:sp>
        <p:nvSpPr>
          <p:cNvPr id="91" name="TextBox 90">
            <a:extLst>
              <a:ext uri="{FF2B5EF4-FFF2-40B4-BE49-F238E27FC236}">
                <a16:creationId xmlns:a16="http://schemas.microsoft.com/office/drawing/2014/main" id="{08BD6C95-25D6-52F3-05AE-CF79C2E1FB12}"/>
              </a:ext>
            </a:extLst>
          </p:cNvPr>
          <p:cNvSpPr txBox="1"/>
          <p:nvPr/>
        </p:nvSpPr>
        <p:spPr>
          <a:xfrm>
            <a:off x="6324506" y="4455368"/>
            <a:ext cx="784125"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Compact</a:t>
            </a:r>
          </a:p>
        </p:txBody>
      </p:sp>
    </p:spTree>
    <p:extLst>
      <p:ext uri="{BB962C8B-B14F-4D97-AF65-F5344CB8AC3E}">
        <p14:creationId xmlns:p14="http://schemas.microsoft.com/office/powerpoint/2010/main" val="2095529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03EC85-D49B-4FC2-9F79-A6F1CB9538CD}"/>
              </a:ext>
            </a:extLst>
          </p:cNvPr>
          <p:cNvSpPr>
            <a:spLocks noGrp="1"/>
          </p:cNvSpPr>
          <p:nvPr>
            <p:ph type="title"/>
          </p:nvPr>
        </p:nvSpPr>
        <p:spPr>
          <a:xfrm>
            <a:off x="2214578" y="233327"/>
            <a:ext cx="7280825" cy="1023604"/>
          </a:xfrm>
          <a:ln>
            <a:solidFill>
              <a:srgbClr val="FFC000"/>
            </a:solidFill>
          </a:ln>
        </p:spPr>
        <p:txBody>
          <a:bodyPr/>
          <a:lstStyle/>
          <a:p>
            <a:pPr algn="ctr"/>
            <a:r>
              <a:rPr lang="en-US" sz="3200" b="1" dirty="0">
                <a:solidFill>
                  <a:srgbClr val="C00000"/>
                </a:solidFill>
                <a:latin typeface="Arial Rounded MT Bold" panose="020F0704030504030204" pitchFamily="34" charset="0"/>
              </a:rPr>
              <a:t>Demo: </a:t>
            </a:r>
            <a:r>
              <a:rPr lang="en-US" sz="3200" dirty="0">
                <a:latin typeface="Arial Rounded MT Bold" panose="020F0704030504030204" pitchFamily="34" charset="0"/>
              </a:rPr>
              <a:t>Visualize </a:t>
            </a:r>
            <a:endParaRPr lang="en-GB" sz="3200" dirty="0">
              <a:latin typeface="Arial Rounded MT Bold" panose="020F0704030504030204" pitchFamily="34" charset="0"/>
            </a:endParaRPr>
          </a:p>
        </p:txBody>
      </p:sp>
      <p:sp>
        <p:nvSpPr>
          <p:cNvPr id="74" name="Rectangle 73">
            <a:extLst>
              <a:ext uri="{FF2B5EF4-FFF2-40B4-BE49-F238E27FC236}">
                <a16:creationId xmlns:a16="http://schemas.microsoft.com/office/drawing/2014/main" id="{F2D72FAF-ACFF-4DE5-93E9-A88DA54865ED}"/>
              </a:ext>
            </a:extLst>
          </p:cNvPr>
          <p:cNvSpPr/>
          <p:nvPr/>
        </p:nvSpPr>
        <p:spPr>
          <a:xfrm>
            <a:off x="2259473" y="1399860"/>
            <a:ext cx="9698315" cy="5035230"/>
          </a:xfrm>
          <a:prstGeom prst="rect">
            <a:avLst/>
          </a:prstGeom>
          <a:solidFill>
            <a:schemeClr val="bg2">
              <a:lumMod val="95000"/>
            </a:schemeClr>
          </a:solidFill>
          <a:ln w="12700">
            <a:solidFill>
              <a:srgbClr val="CD2264"/>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100" dirty="0">
              <a:solidFill>
                <a:srgbClr val="CD2264"/>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0C74F612-7004-4557-B7BE-B07CE29501D0}"/>
              </a:ext>
            </a:extLst>
          </p:cNvPr>
          <p:cNvGrpSpPr/>
          <p:nvPr/>
        </p:nvGrpSpPr>
        <p:grpSpPr>
          <a:xfrm>
            <a:off x="3751360" y="3882272"/>
            <a:ext cx="1231930" cy="1075786"/>
            <a:chOff x="2189744" y="3390839"/>
            <a:chExt cx="1439702" cy="1271126"/>
          </a:xfrm>
        </p:grpSpPr>
        <p:pic>
          <p:nvPicPr>
            <p:cNvPr id="7" name="Graphic 9">
              <a:extLst>
                <a:ext uri="{FF2B5EF4-FFF2-40B4-BE49-F238E27FC236}">
                  <a16:creationId xmlns:a16="http://schemas.microsoft.com/office/drawing/2014/main" id="{F3E68FBD-EA01-48BB-92A3-242EE6940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688"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7">
              <a:extLst>
                <a:ext uri="{FF2B5EF4-FFF2-40B4-BE49-F238E27FC236}">
                  <a16:creationId xmlns:a16="http://schemas.microsoft.com/office/drawing/2014/main" id="{5F4A84B1-EC3C-4FD2-BCEC-8A624B81BDD6}"/>
                </a:ext>
              </a:extLst>
            </p:cNvPr>
            <p:cNvSpPr txBox="1">
              <a:spLocks noChangeArrowheads="1"/>
            </p:cNvSpPr>
            <p:nvPr/>
          </p:nvSpPr>
          <p:spPr bwMode="auto">
            <a:xfrm>
              <a:off x="2189744" y="4152838"/>
              <a:ext cx="1439702"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100" dirty="0">
                  <a:latin typeface="Arial" panose="020B0604020202020204" pitchFamily="34" charset="0"/>
                  <a:ea typeface="Amazon Ember" panose="020B0603020204020204" pitchFamily="34" charset="0"/>
                  <a:cs typeface="Arial" panose="020B0604020202020204" pitchFamily="34" charset="0"/>
                </a:rPr>
              </a:br>
              <a:r>
                <a:rPr lang="en-US" altLang="en-US" sz="1100" dirty="0">
                  <a:latin typeface="Arial" panose="020B0604020202020204" pitchFamily="34" charset="0"/>
                  <a:ea typeface="Amazon Ember" panose="020B0603020204020204" pitchFamily="34" charset="0"/>
                  <a:cs typeface="Arial" panose="020B0604020202020204" pitchFamily="34" charset="0"/>
                </a:rPr>
                <a:t>Data Streams</a:t>
              </a:r>
            </a:p>
          </p:txBody>
        </p:sp>
      </p:grpSp>
      <p:grpSp>
        <p:nvGrpSpPr>
          <p:cNvPr id="5" name="Group 4">
            <a:extLst>
              <a:ext uri="{FF2B5EF4-FFF2-40B4-BE49-F238E27FC236}">
                <a16:creationId xmlns:a16="http://schemas.microsoft.com/office/drawing/2014/main" id="{CA68D0F6-423C-4155-B5FB-6A4821FF76F0}"/>
              </a:ext>
            </a:extLst>
          </p:cNvPr>
          <p:cNvGrpSpPr/>
          <p:nvPr/>
        </p:nvGrpSpPr>
        <p:grpSpPr>
          <a:xfrm>
            <a:off x="5309170" y="3880918"/>
            <a:ext cx="1268053" cy="1059302"/>
            <a:chOff x="4781280" y="3390839"/>
            <a:chExt cx="1481917" cy="1251649"/>
          </a:xfrm>
        </p:grpSpPr>
        <p:pic>
          <p:nvPicPr>
            <p:cNvPr id="10" name="Graphic 12">
              <a:extLst>
                <a:ext uri="{FF2B5EF4-FFF2-40B4-BE49-F238E27FC236}">
                  <a16:creationId xmlns:a16="http://schemas.microsoft.com/office/drawing/2014/main" id="{3F3A9D61-C49D-43CE-B8E3-54B5867B2E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6805" y="339083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9">
              <a:extLst>
                <a:ext uri="{FF2B5EF4-FFF2-40B4-BE49-F238E27FC236}">
                  <a16:creationId xmlns:a16="http://schemas.microsoft.com/office/drawing/2014/main" id="{39597107-B6DC-4F99-AFF7-C1A695A4AFC3}"/>
                </a:ext>
              </a:extLst>
            </p:cNvPr>
            <p:cNvSpPr txBox="1">
              <a:spLocks noChangeArrowheads="1"/>
            </p:cNvSpPr>
            <p:nvPr/>
          </p:nvSpPr>
          <p:spPr bwMode="auto">
            <a:xfrm>
              <a:off x="4781280" y="4133361"/>
              <a:ext cx="1481917"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Amazon Kinesis</a:t>
              </a:r>
              <a:br>
                <a:rPr lang="en-US" altLang="en-US" sz="1100" dirty="0">
                  <a:latin typeface="Arial" panose="020B0604020202020204" pitchFamily="34" charset="0"/>
                  <a:ea typeface="Amazon Ember" panose="020B0603020204020204" pitchFamily="34" charset="0"/>
                  <a:cs typeface="Arial" panose="020B0604020202020204" pitchFamily="34" charset="0"/>
                </a:rPr>
              </a:br>
              <a:r>
                <a:rPr lang="en-US" altLang="en-US" sz="1100" dirty="0">
                  <a:latin typeface="Arial" panose="020B0604020202020204" pitchFamily="34" charset="0"/>
                  <a:ea typeface="Amazon Ember" panose="020B0603020204020204" pitchFamily="34" charset="0"/>
                  <a:cs typeface="Arial" panose="020B0604020202020204" pitchFamily="34" charset="0"/>
                </a:rPr>
                <a:t>Data Firehose</a:t>
              </a:r>
            </a:p>
          </p:txBody>
        </p:sp>
      </p:grpSp>
      <p:grpSp>
        <p:nvGrpSpPr>
          <p:cNvPr id="22" name="Group 21">
            <a:extLst>
              <a:ext uri="{FF2B5EF4-FFF2-40B4-BE49-F238E27FC236}">
                <a16:creationId xmlns:a16="http://schemas.microsoft.com/office/drawing/2014/main" id="{8F0CEC4F-3015-47AA-A540-36BBD136C667}"/>
              </a:ext>
            </a:extLst>
          </p:cNvPr>
          <p:cNvGrpSpPr/>
          <p:nvPr/>
        </p:nvGrpSpPr>
        <p:grpSpPr>
          <a:xfrm>
            <a:off x="6950885" y="3879209"/>
            <a:ext cx="1027954" cy="1077130"/>
            <a:chOff x="2769600" y="1182688"/>
            <a:chExt cx="1201325" cy="1272714"/>
          </a:xfrm>
        </p:grpSpPr>
        <p:pic>
          <p:nvPicPr>
            <p:cNvPr id="20" name="Graphic 8">
              <a:extLst>
                <a:ext uri="{FF2B5EF4-FFF2-40B4-BE49-F238E27FC236}">
                  <a16:creationId xmlns:a16="http://schemas.microsoft.com/office/drawing/2014/main" id="{CBD8138D-3C1C-4F66-8A03-F6E17D6DDA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9">
              <a:extLst>
                <a:ext uri="{FF2B5EF4-FFF2-40B4-BE49-F238E27FC236}">
                  <a16:creationId xmlns:a16="http://schemas.microsoft.com/office/drawing/2014/main" id="{628B31BF-5825-4D82-83BA-E1DFE497CA9E}"/>
                </a:ext>
              </a:extLst>
            </p:cNvPr>
            <p:cNvSpPr txBox="1">
              <a:spLocks noChangeArrowheads="1"/>
            </p:cNvSpPr>
            <p:nvPr/>
          </p:nvSpPr>
          <p:spPr bwMode="auto">
            <a:xfrm>
              <a:off x="2769600" y="1946275"/>
              <a:ext cx="1201325"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Raw </a:t>
              </a:r>
            </a:p>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Bucket</a:t>
              </a:r>
            </a:p>
          </p:txBody>
        </p:sp>
      </p:grpSp>
      <p:sp>
        <p:nvSpPr>
          <p:cNvPr id="27" name="TextBox 26">
            <a:extLst>
              <a:ext uri="{FF2B5EF4-FFF2-40B4-BE49-F238E27FC236}">
                <a16:creationId xmlns:a16="http://schemas.microsoft.com/office/drawing/2014/main" id="{C451CA25-D4A9-45EE-A688-B7811BB693E3}"/>
              </a:ext>
            </a:extLst>
          </p:cNvPr>
          <p:cNvSpPr txBox="1"/>
          <p:nvPr/>
        </p:nvSpPr>
        <p:spPr>
          <a:xfrm>
            <a:off x="3302578" y="3940122"/>
            <a:ext cx="700963" cy="253916"/>
          </a:xfrm>
          <a:prstGeom prst="rect">
            <a:avLst/>
          </a:prstGeom>
          <a:solidFill>
            <a:schemeClr val="tx1">
              <a:lumMod val="85000"/>
              <a:lumOff val="15000"/>
            </a:schemeClr>
          </a:solidFill>
        </p:spPr>
        <p:txBody>
          <a:bodyPr wrap="square" rtlCol="0">
            <a:spAutoFit/>
          </a:bodyPr>
          <a:lstStyle/>
          <a:p>
            <a:pPr algn="ctr"/>
            <a:r>
              <a:rPr lang="en-US" sz="1050" dirty="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rPr>
              <a:t>Ingest</a:t>
            </a:r>
          </a:p>
        </p:txBody>
      </p:sp>
      <p:sp>
        <p:nvSpPr>
          <p:cNvPr id="28" name="TextBox 27">
            <a:extLst>
              <a:ext uri="{FF2B5EF4-FFF2-40B4-BE49-F238E27FC236}">
                <a16:creationId xmlns:a16="http://schemas.microsoft.com/office/drawing/2014/main" id="{DBDD9198-CAA0-47C6-BF73-00830132A545}"/>
              </a:ext>
            </a:extLst>
          </p:cNvPr>
          <p:cNvSpPr txBox="1"/>
          <p:nvPr/>
        </p:nvSpPr>
        <p:spPr>
          <a:xfrm>
            <a:off x="4869769" y="3940122"/>
            <a:ext cx="624792"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Ingest</a:t>
            </a:r>
          </a:p>
        </p:txBody>
      </p:sp>
      <p:cxnSp>
        <p:nvCxnSpPr>
          <p:cNvPr id="32" name="Straight Arrow Connector 31">
            <a:extLst>
              <a:ext uri="{FF2B5EF4-FFF2-40B4-BE49-F238E27FC236}">
                <a16:creationId xmlns:a16="http://schemas.microsoft.com/office/drawing/2014/main" id="{C1DBD2D0-A1EB-463D-8191-5BCCB9D1E1AA}"/>
              </a:ext>
            </a:extLst>
          </p:cNvPr>
          <p:cNvCxnSpPr>
            <a:cxnSpLocks/>
            <a:stCxn id="7" idx="3"/>
            <a:endCxn id="10" idx="1"/>
          </p:cNvCxnSpPr>
          <p:nvPr/>
        </p:nvCxnSpPr>
        <p:spPr>
          <a:xfrm flipV="1">
            <a:off x="4737061" y="4203368"/>
            <a:ext cx="901997" cy="1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D4FD4BB-4DCB-47DD-A540-C18635F50071}"/>
              </a:ext>
            </a:extLst>
          </p:cNvPr>
          <p:cNvCxnSpPr>
            <a:cxnSpLocks/>
            <a:stCxn id="10" idx="3"/>
            <a:endCxn id="20" idx="1"/>
          </p:cNvCxnSpPr>
          <p:nvPr/>
        </p:nvCxnSpPr>
        <p:spPr>
          <a:xfrm flipV="1">
            <a:off x="6291089" y="4201659"/>
            <a:ext cx="847758" cy="1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CA70EBB-4A6C-4E84-9962-C7368F5D6CC3}"/>
              </a:ext>
            </a:extLst>
          </p:cNvPr>
          <p:cNvCxnSpPr>
            <a:cxnSpLocks/>
            <a:stCxn id="59" idx="3"/>
            <a:endCxn id="7" idx="1"/>
          </p:cNvCxnSpPr>
          <p:nvPr/>
        </p:nvCxnSpPr>
        <p:spPr>
          <a:xfrm flipV="1">
            <a:off x="3218802" y="4204722"/>
            <a:ext cx="866228" cy="6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9943D69-C436-3735-5D8A-915627FFAD4C}"/>
              </a:ext>
            </a:extLst>
          </p:cNvPr>
          <p:cNvGrpSpPr/>
          <p:nvPr/>
        </p:nvGrpSpPr>
        <p:grpSpPr>
          <a:xfrm>
            <a:off x="1363674" y="3283139"/>
            <a:ext cx="938384" cy="2020001"/>
            <a:chOff x="1992915" y="2992841"/>
            <a:chExt cx="1646212" cy="2386791"/>
          </a:xfrm>
        </p:grpSpPr>
        <p:cxnSp>
          <p:nvCxnSpPr>
            <p:cNvPr id="31" name="Curved Connector 263">
              <a:extLst>
                <a:ext uri="{FF2B5EF4-FFF2-40B4-BE49-F238E27FC236}">
                  <a16:creationId xmlns:a16="http://schemas.microsoft.com/office/drawing/2014/main" id="{C6A69109-A1C8-B6FF-2216-27D818AFAF85}"/>
                </a:ext>
                <a:ext uri="{C183D7F6-B498-43B3-948B-1728B52AA6E4}">
                  <adec:decorative xmlns:adec="http://schemas.microsoft.com/office/drawing/2017/decorative" val="1"/>
                </a:ext>
              </a:extLst>
            </p:cNvPr>
            <p:cNvCxnSpPr>
              <a:cxnSpLocks/>
            </p:cNvCxnSpPr>
            <p:nvPr/>
          </p:nvCxnSpPr>
          <p:spPr>
            <a:xfrm>
              <a:off x="2030312" y="2992841"/>
              <a:ext cx="1424088" cy="706323"/>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265">
              <a:extLst>
                <a:ext uri="{FF2B5EF4-FFF2-40B4-BE49-F238E27FC236}">
                  <a16:creationId xmlns:a16="http://schemas.microsoft.com/office/drawing/2014/main" id="{DD6C0E15-356D-96C5-F422-D19DABB493FA}"/>
                </a:ext>
                <a:ext uri="{C183D7F6-B498-43B3-948B-1728B52AA6E4}">
                  <adec:decorative xmlns:adec="http://schemas.microsoft.com/office/drawing/2017/decorative" val="1"/>
                </a:ext>
              </a:extLst>
            </p:cNvPr>
            <p:cNvCxnSpPr>
              <a:cxnSpLocks/>
            </p:cNvCxnSpPr>
            <p:nvPr/>
          </p:nvCxnSpPr>
          <p:spPr>
            <a:xfrm>
              <a:off x="1992915" y="3256817"/>
              <a:ext cx="1396269" cy="28994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266">
              <a:extLst>
                <a:ext uri="{FF2B5EF4-FFF2-40B4-BE49-F238E27FC236}">
                  <a16:creationId xmlns:a16="http://schemas.microsoft.com/office/drawing/2014/main" id="{89995B8B-4901-6F83-C75E-53CE5F8C5208}"/>
                </a:ext>
                <a:ext uri="{C183D7F6-B498-43B3-948B-1728B52AA6E4}">
                  <adec:decorative xmlns:adec="http://schemas.microsoft.com/office/drawing/2017/decorative" val="1"/>
                </a:ext>
              </a:extLst>
            </p:cNvPr>
            <p:cNvCxnSpPr>
              <a:cxnSpLocks/>
            </p:cNvCxnSpPr>
            <p:nvPr/>
          </p:nvCxnSpPr>
          <p:spPr>
            <a:xfrm>
              <a:off x="2297715" y="3721555"/>
              <a:ext cx="930846" cy="17837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267">
              <a:extLst>
                <a:ext uri="{FF2B5EF4-FFF2-40B4-BE49-F238E27FC236}">
                  <a16:creationId xmlns:a16="http://schemas.microsoft.com/office/drawing/2014/main" id="{9632692F-69CC-D67B-3F26-5000A8E4F6C6}"/>
                </a:ext>
                <a:ext uri="{C183D7F6-B498-43B3-948B-1728B52AA6E4}">
                  <adec:decorative xmlns:adec="http://schemas.microsoft.com/office/drawing/2017/decorative" val="1"/>
                </a:ext>
              </a:extLst>
            </p:cNvPr>
            <p:cNvCxnSpPr>
              <a:cxnSpLocks/>
            </p:cNvCxnSpPr>
            <p:nvPr/>
          </p:nvCxnSpPr>
          <p:spPr>
            <a:xfrm flipV="1">
              <a:off x="2345071" y="4078705"/>
              <a:ext cx="970784" cy="110026"/>
            </a:xfrm>
            <a:prstGeom prst="curvedConnector3">
              <a:avLst>
                <a:gd name="adj1" fmla="val 3668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268">
              <a:extLst>
                <a:ext uri="{FF2B5EF4-FFF2-40B4-BE49-F238E27FC236}">
                  <a16:creationId xmlns:a16="http://schemas.microsoft.com/office/drawing/2014/main" id="{D5414CA3-AC57-3C47-DDCF-692AC88C47E4}"/>
                </a:ext>
                <a:ext uri="{C183D7F6-B498-43B3-948B-1728B52AA6E4}">
                  <adec:decorative xmlns:adec="http://schemas.microsoft.com/office/drawing/2017/decorative" val="1"/>
                </a:ext>
              </a:extLst>
            </p:cNvPr>
            <p:cNvCxnSpPr>
              <a:cxnSpLocks/>
            </p:cNvCxnSpPr>
            <p:nvPr/>
          </p:nvCxnSpPr>
          <p:spPr>
            <a:xfrm flipV="1">
              <a:off x="2276933" y="4279466"/>
              <a:ext cx="951628" cy="181698"/>
            </a:xfrm>
            <a:prstGeom prst="curvedConnector3">
              <a:avLst>
                <a:gd name="adj1" fmla="val 2961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urved Connector 269">
              <a:extLst>
                <a:ext uri="{FF2B5EF4-FFF2-40B4-BE49-F238E27FC236}">
                  <a16:creationId xmlns:a16="http://schemas.microsoft.com/office/drawing/2014/main" id="{017C1205-F08B-8025-C368-DDC65F2634FA}"/>
                </a:ext>
                <a:ext uri="{C183D7F6-B498-43B3-948B-1728B52AA6E4}">
                  <adec:decorative xmlns:adec="http://schemas.microsoft.com/office/drawing/2017/decorative" val="1"/>
                </a:ext>
              </a:extLst>
            </p:cNvPr>
            <p:cNvCxnSpPr>
              <a:cxnSpLocks/>
            </p:cNvCxnSpPr>
            <p:nvPr/>
          </p:nvCxnSpPr>
          <p:spPr>
            <a:xfrm flipV="1">
              <a:off x="2283299" y="4367511"/>
              <a:ext cx="1171101" cy="61406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urved Connector 270">
              <a:extLst>
                <a:ext uri="{FF2B5EF4-FFF2-40B4-BE49-F238E27FC236}">
                  <a16:creationId xmlns:a16="http://schemas.microsoft.com/office/drawing/2014/main" id="{96CA40AC-A9BD-86C9-AF15-43DCA03ED90A}"/>
                </a:ext>
                <a:ext uri="{C183D7F6-B498-43B3-948B-1728B52AA6E4}">
                  <adec:decorative xmlns:adec="http://schemas.microsoft.com/office/drawing/2017/decorative" val="1"/>
                </a:ext>
              </a:extLst>
            </p:cNvPr>
            <p:cNvCxnSpPr>
              <a:cxnSpLocks/>
            </p:cNvCxnSpPr>
            <p:nvPr/>
          </p:nvCxnSpPr>
          <p:spPr>
            <a:xfrm flipV="1">
              <a:off x="2403426" y="4490696"/>
              <a:ext cx="1094246" cy="15072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271">
              <a:extLst>
                <a:ext uri="{FF2B5EF4-FFF2-40B4-BE49-F238E27FC236}">
                  <a16:creationId xmlns:a16="http://schemas.microsoft.com/office/drawing/2014/main" id="{8F02F3C9-E31C-C67A-C8BE-02856D5E00A4}"/>
                </a:ext>
                <a:ext uri="{C183D7F6-B498-43B3-948B-1728B52AA6E4}">
                  <adec:decorative xmlns:adec="http://schemas.microsoft.com/office/drawing/2017/decorative" val="1"/>
                </a:ext>
              </a:extLst>
            </p:cNvPr>
            <p:cNvCxnSpPr>
              <a:cxnSpLocks/>
            </p:cNvCxnSpPr>
            <p:nvPr/>
          </p:nvCxnSpPr>
          <p:spPr>
            <a:xfrm>
              <a:off x="2080551" y="3491579"/>
              <a:ext cx="1411246" cy="34797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272">
              <a:extLst>
                <a:ext uri="{FF2B5EF4-FFF2-40B4-BE49-F238E27FC236}">
                  <a16:creationId xmlns:a16="http://schemas.microsoft.com/office/drawing/2014/main" id="{351A3933-63DD-8648-AD65-01E5A38CD74C}"/>
                </a:ext>
                <a:ext uri="{C183D7F6-B498-43B3-948B-1728B52AA6E4}">
                  <adec:decorative xmlns:adec="http://schemas.microsoft.com/office/drawing/2017/decorative" val="1"/>
                </a:ext>
              </a:extLst>
            </p:cNvPr>
            <p:cNvCxnSpPr>
              <a:cxnSpLocks/>
            </p:cNvCxnSpPr>
            <p:nvPr/>
          </p:nvCxnSpPr>
          <p:spPr>
            <a:xfrm flipV="1">
              <a:off x="2080551" y="4619690"/>
              <a:ext cx="1558576" cy="65935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273">
              <a:extLst>
                <a:ext uri="{FF2B5EF4-FFF2-40B4-BE49-F238E27FC236}">
                  <a16:creationId xmlns:a16="http://schemas.microsoft.com/office/drawing/2014/main" id="{4B39A125-C251-F67E-C6DA-6F05BB99FD4B}"/>
                </a:ext>
                <a:ext uri="{C183D7F6-B498-43B3-948B-1728B52AA6E4}">
                  <adec:decorative xmlns:adec="http://schemas.microsoft.com/office/drawing/2017/decorative" val="1"/>
                </a:ext>
              </a:extLst>
            </p:cNvPr>
            <p:cNvCxnSpPr>
              <a:cxnSpLocks/>
            </p:cNvCxnSpPr>
            <p:nvPr/>
          </p:nvCxnSpPr>
          <p:spPr>
            <a:xfrm flipV="1">
              <a:off x="2080551" y="4748732"/>
              <a:ext cx="1308633" cy="63090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274">
              <a:extLst>
                <a:ext uri="{FF2B5EF4-FFF2-40B4-BE49-F238E27FC236}">
                  <a16:creationId xmlns:a16="http://schemas.microsoft.com/office/drawing/2014/main" id="{F76ACA98-5F73-1C7E-8E73-656A87498E38}"/>
                </a:ext>
                <a:ext uri="{C183D7F6-B498-43B3-948B-1728B52AA6E4}">
                  <adec:decorative xmlns:adec="http://schemas.microsoft.com/office/drawing/2017/decorative" val="1"/>
                </a:ext>
              </a:extLst>
            </p:cNvPr>
            <p:cNvCxnSpPr>
              <a:cxnSpLocks/>
            </p:cNvCxnSpPr>
            <p:nvPr/>
          </p:nvCxnSpPr>
          <p:spPr>
            <a:xfrm>
              <a:off x="2381790" y="3904020"/>
              <a:ext cx="1257337" cy="119090"/>
            </a:xfrm>
            <a:prstGeom prst="curvedConnector3">
              <a:avLst>
                <a:gd name="adj1" fmla="val 2649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45" name="Graphic 44">
            <a:extLst>
              <a:ext uri="{FF2B5EF4-FFF2-40B4-BE49-F238E27FC236}">
                <a16:creationId xmlns:a16="http://schemas.microsoft.com/office/drawing/2014/main" id="{6F5D7F2D-3ACC-8017-88D8-3AEBD9B170B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1240" y="3911430"/>
            <a:ext cx="609841" cy="470330"/>
          </a:xfrm>
          <a:prstGeom prst="rect">
            <a:avLst/>
          </a:prstGeom>
        </p:spPr>
      </p:pic>
      <p:pic>
        <p:nvPicPr>
          <p:cNvPr id="46" name="Graphic 45">
            <a:extLst>
              <a:ext uri="{FF2B5EF4-FFF2-40B4-BE49-F238E27FC236}">
                <a16:creationId xmlns:a16="http://schemas.microsoft.com/office/drawing/2014/main" id="{B73FF98B-FB5B-80EA-663F-73D880B6B63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0689" y="4635680"/>
            <a:ext cx="609841" cy="470330"/>
          </a:xfrm>
          <a:prstGeom prst="rect">
            <a:avLst/>
          </a:prstGeom>
        </p:spPr>
      </p:pic>
      <p:pic>
        <p:nvPicPr>
          <p:cNvPr id="47" name="Graphic 46">
            <a:extLst>
              <a:ext uri="{FF2B5EF4-FFF2-40B4-BE49-F238E27FC236}">
                <a16:creationId xmlns:a16="http://schemas.microsoft.com/office/drawing/2014/main" id="{7F65CF13-11A7-EE60-6D3F-7B81EB4811AD}"/>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0353" y="3217651"/>
            <a:ext cx="609841" cy="470330"/>
          </a:xfrm>
          <a:prstGeom prst="rect">
            <a:avLst/>
          </a:prstGeom>
        </p:spPr>
      </p:pic>
      <p:pic>
        <p:nvPicPr>
          <p:cNvPr id="48" name="Graphic 47">
            <a:extLst>
              <a:ext uri="{FF2B5EF4-FFF2-40B4-BE49-F238E27FC236}">
                <a16:creationId xmlns:a16="http://schemas.microsoft.com/office/drawing/2014/main" id="{93F519C3-1F9F-0242-5559-86C306AA4E6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368" y="3542664"/>
            <a:ext cx="609841" cy="470330"/>
          </a:xfrm>
          <a:prstGeom prst="rect">
            <a:avLst/>
          </a:prstGeom>
        </p:spPr>
      </p:pic>
      <p:pic>
        <p:nvPicPr>
          <p:cNvPr id="51" name="Graphic 50">
            <a:extLst>
              <a:ext uri="{FF2B5EF4-FFF2-40B4-BE49-F238E27FC236}">
                <a16:creationId xmlns:a16="http://schemas.microsoft.com/office/drawing/2014/main" id="{4031537C-B117-61AE-DB63-ACCF0C40DB46}"/>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268" y="4268525"/>
            <a:ext cx="609841" cy="470330"/>
          </a:xfrm>
          <a:prstGeom prst="rect">
            <a:avLst/>
          </a:prstGeom>
        </p:spPr>
      </p:pic>
      <p:grpSp>
        <p:nvGrpSpPr>
          <p:cNvPr id="58" name="Group 57">
            <a:extLst>
              <a:ext uri="{FF2B5EF4-FFF2-40B4-BE49-F238E27FC236}">
                <a16:creationId xmlns:a16="http://schemas.microsoft.com/office/drawing/2014/main" id="{71D20930-2328-385B-0710-DDD07D3DC90A}"/>
              </a:ext>
            </a:extLst>
          </p:cNvPr>
          <p:cNvGrpSpPr/>
          <p:nvPr/>
        </p:nvGrpSpPr>
        <p:grpSpPr>
          <a:xfrm>
            <a:off x="1935116" y="3889142"/>
            <a:ext cx="1919416" cy="906510"/>
            <a:chOff x="2742559" y="5192270"/>
            <a:chExt cx="2243137" cy="1071113"/>
          </a:xfrm>
        </p:grpSpPr>
        <p:pic>
          <p:nvPicPr>
            <p:cNvPr id="59" name="Graphic 6">
              <a:extLst>
                <a:ext uri="{FF2B5EF4-FFF2-40B4-BE49-F238E27FC236}">
                  <a16:creationId xmlns:a16="http://schemas.microsoft.com/office/drawing/2014/main" id="{B53F406F-8EBF-3BDC-EDD1-35D35D9DB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0746" y="519227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Box 9">
              <a:extLst>
                <a:ext uri="{FF2B5EF4-FFF2-40B4-BE49-F238E27FC236}">
                  <a16:creationId xmlns:a16="http://schemas.microsoft.com/office/drawing/2014/main" id="{90C7298C-E2FA-6B97-75AA-CD452F55E496}"/>
                </a:ext>
              </a:extLst>
            </p:cNvPr>
            <p:cNvSpPr txBox="1">
              <a:spLocks noChangeArrowheads="1"/>
            </p:cNvSpPr>
            <p:nvPr/>
          </p:nvSpPr>
          <p:spPr bwMode="auto">
            <a:xfrm>
              <a:off x="2742559" y="5954270"/>
              <a:ext cx="2243137"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IoT Core</a:t>
              </a:r>
            </a:p>
          </p:txBody>
        </p:sp>
      </p:grpSp>
      <p:sp>
        <p:nvSpPr>
          <p:cNvPr id="67" name="TextBox 66">
            <a:extLst>
              <a:ext uri="{FF2B5EF4-FFF2-40B4-BE49-F238E27FC236}">
                <a16:creationId xmlns:a16="http://schemas.microsoft.com/office/drawing/2014/main" id="{89DB713F-DB6A-4818-1D6D-25B831251F3B}"/>
              </a:ext>
            </a:extLst>
          </p:cNvPr>
          <p:cNvSpPr txBox="1"/>
          <p:nvPr/>
        </p:nvSpPr>
        <p:spPr>
          <a:xfrm>
            <a:off x="6414131" y="3933673"/>
            <a:ext cx="518869"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Load</a:t>
            </a:r>
          </a:p>
        </p:txBody>
      </p:sp>
      <p:sp>
        <p:nvSpPr>
          <p:cNvPr id="72" name="TextBox 9">
            <a:extLst>
              <a:ext uri="{FF2B5EF4-FFF2-40B4-BE49-F238E27FC236}">
                <a16:creationId xmlns:a16="http://schemas.microsoft.com/office/drawing/2014/main" id="{0002020A-6872-2E63-39D9-2DA7FC1976C8}"/>
              </a:ext>
            </a:extLst>
          </p:cNvPr>
          <p:cNvSpPr txBox="1">
            <a:spLocks noChangeArrowheads="1"/>
          </p:cNvSpPr>
          <p:nvPr/>
        </p:nvSpPr>
        <p:spPr bwMode="auto">
          <a:xfrm>
            <a:off x="439869" y="5467944"/>
            <a:ext cx="10975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Self Driving Cars</a:t>
            </a:r>
          </a:p>
        </p:txBody>
      </p:sp>
      <p:grpSp>
        <p:nvGrpSpPr>
          <p:cNvPr id="14" name="Group 13">
            <a:extLst>
              <a:ext uri="{FF2B5EF4-FFF2-40B4-BE49-F238E27FC236}">
                <a16:creationId xmlns:a16="http://schemas.microsoft.com/office/drawing/2014/main" id="{4C070E13-6607-2446-55D4-99959DD947B1}"/>
              </a:ext>
            </a:extLst>
          </p:cNvPr>
          <p:cNvGrpSpPr/>
          <p:nvPr/>
        </p:nvGrpSpPr>
        <p:grpSpPr>
          <a:xfrm>
            <a:off x="5752094" y="2210325"/>
            <a:ext cx="921471" cy="940681"/>
            <a:chOff x="7752856" y="1858573"/>
            <a:chExt cx="1076883" cy="1111489"/>
          </a:xfrm>
        </p:grpSpPr>
        <p:pic>
          <p:nvPicPr>
            <p:cNvPr id="15" name="Graphic 6">
              <a:extLst>
                <a:ext uri="{FF2B5EF4-FFF2-40B4-BE49-F238E27FC236}">
                  <a16:creationId xmlns:a16="http://schemas.microsoft.com/office/drawing/2014/main" id="{32D45321-B5C4-72B7-BAA5-ED7D192123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0">
              <a:extLst>
                <a:ext uri="{FF2B5EF4-FFF2-40B4-BE49-F238E27FC236}">
                  <a16:creationId xmlns:a16="http://schemas.microsoft.com/office/drawing/2014/main" id="{7C781ED1-6C0A-B6DE-824D-2C408DE88CA5}"/>
                </a:ext>
              </a:extLst>
            </p:cNvPr>
            <p:cNvSpPr txBox="1">
              <a:spLocks noChangeArrowheads="1"/>
            </p:cNvSpPr>
            <p:nvPr/>
          </p:nvSpPr>
          <p:spPr bwMode="auto">
            <a:xfrm>
              <a:off x="7752856" y="2660949"/>
              <a:ext cx="1076883"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Glue</a:t>
              </a:r>
            </a:p>
          </p:txBody>
        </p:sp>
      </p:grpSp>
      <p:grpSp>
        <p:nvGrpSpPr>
          <p:cNvPr id="36" name="Group 35">
            <a:extLst>
              <a:ext uri="{FF2B5EF4-FFF2-40B4-BE49-F238E27FC236}">
                <a16:creationId xmlns:a16="http://schemas.microsoft.com/office/drawing/2014/main" id="{1EC8AEA2-780E-F96A-C31E-159056B49DD4}"/>
              </a:ext>
            </a:extLst>
          </p:cNvPr>
          <p:cNvGrpSpPr/>
          <p:nvPr/>
        </p:nvGrpSpPr>
        <p:grpSpPr>
          <a:xfrm>
            <a:off x="4943383" y="2306757"/>
            <a:ext cx="1085360" cy="615148"/>
            <a:chOff x="9106581" y="3070756"/>
            <a:chExt cx="1268412" cy="726846"/>
          </a:xfrm>
        </p:grpSpPr>
        <p:sp>
          <p:nvSpPr>
            <p:cNvPr id="17" name="TextBox 16">
              <a:extLst>
                <a:ext uri="{FF2B5EF4-FFF2-40B4-BE49-F238E27FC236}">
                  <a16:creationId xmlns:a16="http://schemas.microsoft.com/office/drawing/2014/main" id="{96CD18D8-1E51-F508-A6B9-A6C1134D00FE}"/>
                </a:ext>
              </a:extLst>
            </p:cNvPr>
            <p:cNvSpPr txBox="1">
              <a:spLocks noChangeArrowheads="1"/>
            </p:cNvSpPr>
            <p:nvPr/>
          </p:nvSpPr>
          <p:spPr bwMode="auto">
            <a:xfrm>
              <a:off x="9106581" y="3497580"/>
              <a:ext cx="1268412" cy="300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rial" panose="020B0604020202020204" pitchFamily="34" charset="0"/>
                  <a:ea typeface="Amazon Ember" panose="020B0603020204020204" pitchFamily="34" charset="0"/>
                  <a:cs typeface="Arial" panose="020B0604020202020204" pitchFamily="34" charset="0"/>
                </a:rPr>
                <a:t>Crawler</a:t>
              </a:r>
            </a:p>
          </p:txBody>
        </p:sp>
        <p:pic>
          <p:nvPicPr>
            <p:cNvPr id="18" name="Graphic 7">
              <a:extLst>
                <a:ext uri="{FF2B5EF4-FFF2-40B4-BE49-F238E27FC236}">
                  <a16:creationId xmlns:a16="http://schemas.microsoft.com/office/drawing/2014/main" id="{05A39FB1-B9D9-0890-6F6A-39EDF9B0C8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12187" y="30707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3" name="Straight Arrow Connector 22">
            <a:extLst>
              <a:ext uri="{FF2B5EF4-FFF2-40B4-BE49-F238E27FC236}">
                <a16:creationId xmlns:a16="http://schemas.microsoft.com/office/drawing/2014/main" id="{42788FFE-89C6-45A7-E6E5-142557C165F5}"/>
              </a:ext>
            </a:extLst>
          </p:cNvPr>
          <p:cNvCxnSpPr>
            <a:cxnSpLocks/>
            <a:stCxn id="15" idx="2"/>
            <a:endCxn id="20" idx="0"/>
          </p:cNvCxnSpPr>
          <p:nvPr/>
        </p:nvCxnSpPr>
        <p:spPr>
          <a:xfrm>
            <a:off x="6149144" y="2855225"/>
            <a:ext cx="1315718" cy="102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A0A9805-09D7-CF3A-6B8C-C143C4058CC9}"/>
              </a:ext>
            </a:extLst>
          </p:cNvPr>
          <p:cNvSpPr txBox="1"/>
          <p:nvPr/>
        </p:nvSpPr>
        <p:spPr>
          <a:xfrm>
            <a:off x="6669843" y="3120371"/>
            <a:ext cx="598761"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Crawl</a:t>
            </a:r>
          </a:p>
        </p:txBody>
      </p:sp>
      <p:grpSp>
        <p:nvGrpSpPr>
          <p:cNvPr id="71" name="Group 70">
            <a:extLst>
              <a:ext uri="{FF2B5EF4-FFF2-40B4-BE49-F238E27FC236}">
                <a16:creationId xmlns:a16="http://schemas.microsoft.com/office/drawing/2014/main" id="{CD7E8312-A227-D767-E70E-4F178DF89F11}"/>
              </a:ext>
            </a:extLst>
          </p:cNvPr>
          <p:cNvGrpSpPr/>
          <p:nvPr/>
        </p:nvGrpSpPr>
        <p:grpSpPr>
          <a:xfrm>
            <a:off x="6965771" y="2080719"/>
            <a:ext cx="921472" cy="778989"/>
            <a:chOff x="6802691" y="1669690"/>
            <a:chExt cx="921472" cy="778989"/>
          </a:xfrm>
        </p:grpSpPr>
        <p:pic>
          <p:nvPicPr>
            <p:cNvPr id="49" name="Picture 48">
              <a:extLst>
                <a:ext uri="{FF2B5EF4-FFF2-40B4-BE49-F238E27FC236}">
                  <a16:creationId xmlns:a16="http://schemas.microsoft.com/office/drawing/2014/main" id="{512A65F9-DA78-34E3-B7DD-2E852A40A976}"/>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65908" y="1669690"/>
              <a:ext cx="395039" cy="390719"/>
            </a:xfrm>
            <a:prstGeom prst="rect">
              <a:avLst/>
            </a:prstGeom>
          </p:spPr>
        </p:pic>
        <p:sp>
          <p:nvSpPr>
            <p:cNvPr id="50" name="TextBox 49">
              <a:extLst>
                <a:ext uri="{FF2B5EF4-FFF2-40B4-BE49-F238E27FC236}">
                  <a16:creationId xmlns:a16="http://schemas.microsoft.com/office/drawing/2014/main" id="{CD1D8B60-EBC6-C9C7-44E3-54EF5B2016E3}"/>
                </a:ext>
                <a:ext uri="{C183D7F6-B498-43B3-948B-1728B52AA6E4}">
                  <adec:decorative xmlns:adec="http://schemas.microsoft.com/office/drawing/2017/decorative" val="1"/>
                </a:ext>
              </a:extLst>
            </p:cNvPr>
            <p:cNvSpPr txBox="1">
              <a:spLocks noChangeArrowheads="1"/>
            </p:cNvSpPr>
            <p:nvPr/>
          </p:nvSpPr>
          <p:spPr bwMode="auto">
            <a:xfrm>
              <a:off x="6802691" y="2048569"/>
              <a:ext cx="9214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eaLnBrk="1" hangingPunct="1">
                <a:defRPr/>
              </a:pPr>
              <a:r>
                <a:rPr lang="en-US" altLang="en-US" sz="1000" dirty="0">
                  <a:latin typeface="Arial" panose="020B0604020202020204" pitchFamily="34" charset="0"/>
                  <a:cs typeface="Arial" panose="020B0604020202020204" pitchFamily="34" charset="0"/>
                </a:rPr>
                <a:t>AWS Glue Data Catalog</a:t>
              </a:r>
            </a:p>
          </p:txBody>
        </p:sp>
      </p:grpSp>
      <p:grpSp>
        <p:nvGrpSpPr>
          <p:cNvPr id="12" name="Group 11">
            <a:extLst>
              <a:ext uri="{FF2B5EF4-FFF2-40B4-BE49-F238E27FC236}">
                <a16:creationId xmlns:a16="http://schemas.microsoft.com/office/drawing/2014/main" id="{FC266AC7-1A6E-64D6-F3A9-2BF8F897BB73}"/>
              </a:ext>
            </a:extLst>
          </p:cNvPr>
          <p:cNvGrpSpPr/>
          <p:nvPr/>
        </p:nvGrpSpPr>
        <p:grpSpPr>
          <a:xfrm>
            <a:off x="9348686" y="3879209"/>
            <a:ext cx="1027954" cy="1077131"/>
            <a:chOff x="2769600" y="1182688"/>
            <a:chExt cx="1201325" cy="1272715"/>
          </a:xfrm>
        </p:grpSpPr>
        <p:pic>
          <p:nvPicPr>
            <p:cNvPr id="13" name="Graphic 8">
              <a:extLst>
                <a:ext uri="{FF2B5EF4-FFF2-40B4-BE49-F238E27FC236}">
                  <a16:creationId xmlns:a16="http://schemas.microsoft.com/office/drawing/2014/main" id="{DB595929-FCAC-1C89-E0BC-97AEF80C7F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9263" y="1182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9">
              <a:extLst>
                <a:ext uri="{FF2B5EF4-FFF2-40B4-BE49-F238E27FC236}">
                  <a16:creationId xmlns:a16="http://schemas.microsoft.com/office/drawing/2014/main" id="{E44514C2-9FA0-F513-46EA-220B0AE40F6C}"/>
                </a:ext>
              </a:extLst>
            </p:cNvPr>
            <p:cNvSpPr txBox="1">
              <a:spLocks noChangeArrowheads="1"/>
            </p:cNvSpPr>
            <p:nvPr/>
          </p:nvSpPr>
          <p:spPr bwMode="auto">
            <a:xfrm>
              <a:off x="2769600" y="1946276"/>
              <a:ext cx="1201325" cy="50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Processed Bucket</a:t>
              </a:r>
            </a:p>
          </p:txBody>
        </p:sp>
      </p:grpSp>
      <p:grpSp>
        <p:nvGrpSpPr>
          <p:cNvPr id="24" name="Group 23">
            <a:extLst>
              <a:ext uri="{FF2B5EF4-FFF2-40B4-BE49-F238E27FC236}">
                <a16:creationId xmlns:a16="http://schemas.microsoft.com/office/drawing/2014/main" id="{DA33BA83-CB1B-0038-D86C-F103C8401DF4}"/>
              </a:ext>
            </a:extLst>
          </p:cNvPr>
          <p:cNvGrpSpPr/>
          <p:nvPr/>
        </p:nvGrpSpPr>
        <p:grpSpPr>
          <a:xfrm>
            <a:off x="8237302" y="2208452"/>
            <a:ext cx="921471" cy="946253"/>
            <a:chOff x="7754814" y="1858573"/>
            <a:chExt cx="1076883" cy="1118073"/>
          </a:xfrm>
        </p:grpSpPr>
        <p:pic>
          <p:nvPicPr>
            <p:cNvPr id="25" name="Graphic 6">
              <a:extLst>
                <a:ext uri="{FF2B5EF4-FFF2-40B4-BE49-F238E27FC236}">
                  <a16:creationId xmlns:a16="http://schemas.microsoft.com/office/drawing/2014/main" id="{EBD87DF9-7D22-A1B8-D7D4-3C40932BEB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10">
              <a:extLst>
                <a:ext uri="{FF2B5EF4-FFF2-40B4-BE49-F238E27FC236}">
                  <a16:creationId xmlns:a16="http://schemas.microsoft.com/office/drawing/2014/main" id="{8737C4DD-E76C-02EE-C3ED-FB420EA40BC3}"/>
                </a:ext>
              </a:extLst>
            </p:cNvPr>
            <p:cNvSpPr txBox="1">
              <a:spLocks noChangeArrowheads="1"/>
            </p:cNvSpPr>
            <p:nvPr/>
          </p:nvSpPr>
          <p:spPr bwMode="auto">
            <a:xfrm>
              <a:off x="7754814" y="2667533"/>
              <a:ext cx="1076883"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Glue</a:t>
              </a:r>
            </a:p>
          </p:txBody>
        </p:sp>
      </p:grpSp>
      <p:cxnSp>
        <p:nvCxnSpPr>
          <p:cNvPr id="29" name="Straight Arrow Connector 28">
            <a:extLst>
              <a:ext uri="{FF2B5EF4-FFF2-40B4-BE49-F238E27FC236}">
                <a16:creationId xmlns:a16="http://schemas.microsoft.com/office/drawing/2014/main" id="{48436F1D-1283-83C8-AB95-51CC47E8D20D}"/>
              </a:ext>
            </a:extLst>
          </p:cNvPr>
          <p:cNvCxnSpPr>
            <a:cxnSpLocks/>
            <a:endCxn id="25" idx="2"/>
          </p:cNvCxnSpPr>
          <p:nvPr/>
        </p:nvCxnSpPr>
        <p:spPr>
          <a:xfrm flipV="1">
            <a:off x="7455375" y="2853351"/>
            <a:ext cx="1177302" cy="102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5BCA5BCF-A4DC-AB2F-15AF-7AC947A04574}"/>
              </a:ext>
            </a:extLst>
          </p:cNvPr>
          <p:cNvGrpSpPr/>
          <p:nvPr/>
        </p:nvGrpSpPr>
        <p:grpSpPr>
          <a:xfrm>
            <a:off x="9062940" y="2193623"/>
            <a:ext cx="587400" cy="585070"/>
            <a:chOff x="6794051" y="4029450"/>
            <a:chExt cx="1190171" cy="1243367"/>
          </a:xfrm>
        </p:grpSpPr>
        <p:pic>
          <p:nvPicPr>
            <p:cNvPr id="61" name="Picture 60">
              <a:extLst>
                <a:ext uri="{FF2B5EF4-FFF2-40B4-BE49-F238E27FC236}">
                  <a16:creationId xmlns:a16="http://schemas.microsoft.com/office/drawing/2014/main" id="{BB4220AB-8DB4-E5E9-481A-5467E7BD62DC}"/>
                </a:ext>
                <a:ext uri="{C183D7F6-B498-43B3-948B-1728B52AA6E4}">
                  <adec:decorative xmlns:adec="http://schemas.microsoft.com/office/drawing/2017/decorative" val="1"/>
                </a:ext>
              </a:extLst>
            </p:cNvPr>
            <p:cNvPicPr>
              <a:picLocks noChangeAspect="1"/>
            </p:cNvPicPr>
            <p:nvPr/>
          </p:nvPicPr>
          <p:blipFill>
            <a:blip r:embed="rId11">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029734" y="4297363"/>
              <a:ext cx="954488" cy="975454"/>
            </a:xfrm>
            <a:prstGeom prst="rect">
              <a:avLst/>
            </a:prstGeom>
          </p:spPr>
        </p:pic>
        <p:pic>
          <p:nvPicPr>
            <p:cNvPr id="62" name="Picture 61">
              <a:extLst>
                <a:ext uri="{FF2B5EF4-FFF2-40B4-BE49-F238E27FC236}">
                  <a16:creationId xmlns:a16="http://schemas.microsoft.com/office/drawing/2014/main" id="{3567C892-36F5-78AB-EDC6-64506FCB9038}"/>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794051" y="4029450"/>
              <a:ext cx="559507" cy="788123"/>
            </a:xfrm>
            <a:prstGeom prst="rect">
              <a:avLst/>
            </a:prstGeom>
          </p:spPr>
        </p:pic>
      </p:grpSp>
      <p:sp>
        <p:nvSpPr>
          <p:cNvPr id="64" name="TextBox 63">
            <a:extLst>
              <a:ext uri="{FF2B5EF4-FFF2-40B4-BE49-F238E27FC236}">
                <a16:creationId xmlns:a16="http://schemas.microsoft.com/office/drawing/2014/main" id="{CBCE79BD-B0EF-B539-2BFC-EB19803539D9}"/>
              </a:ext>
            </a:extLst>
          </p:cNvPr>
          <p:cNvSpPr txBox="1">
            <a:spLocks noChangeArrowheads="1"/>
          </p:cNvSpPr>
          <p:nvPr/>
        </p:nvSpPr>
        <p:spPr bwMode="auto">
          <a:xfrm>
            <a:off x="8819448" y="2707733"/>
            <a:ext cx="108536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rial" panose="020B0604020202020204" pitchFamily="34" charset="0"/>
                <a:ea typeface="Amazon Ember" panose="020B0603020204020204" pitchFamily="34" charset="0"/>
                <a:cs typeface="Arial" panose="020B0604020202020204" pitchFamily="34" charset="0"/>
              </a:rPr>
              <a:t>ETL Job</a:t>
            </a:r>
          </a:p>
        </p:txBody>
      </p:sp>
      <p:cxnSp>
        <p:nvCxnSpPr>
          <p:cNvPr id="65" name="Straight Arrow Connector 64">
            <a:extLst>
              <a:ext uri="{FF2B5EF4-FFF2-40B4-BE49-F238E27FC236}">
                <a16:creationId xmlns:a16="http://schemas.microsoft.com/office/drawing/2014/main" id="{736516BB-F4C5-C95D-1259-58D6361CF2CB}"/>
              </a:ext>
            </a:extLst>
          </p:cNvPr>
          <p:cNvCxnSpPr>
            <a:cxnSpLocks/>
            <a:stCxn id="25" idx="2"/>
            <a:endCxn id="13" idx="0"/>
          </p:cNvCxnSpPr>
          <p:nvPr/>
        </p:nvCxnSpPr>
        <p:spPr>
          <a:xfrm>
            <a:off x="8632677" y="2853351"/>
            <a:ext cx="1229987" cy="1025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CD2074FC-67F3-4608-CFAE-988B05928167}"/>
              </a:ext>
            </a:extLst>
          </p:cNvPr>
          <p:cNvSpPr txBox="1"/>
          <p:nvPr/>
        </p:nvSpPr>
        <p:spPr>
          <a:xfrm>
            <a:off x="8632677" y="3231075"/>
            <a:ext cx="866640" cy="577081"/>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pPr algn="l"/>
            <a:r>
              <a:rPr lang="en-US" sz="1050" dirty="0"/>
              <a:t>Format</a:t>
            </a:r>
          </a:p>
          <a:p>
            <a:pPr algn="l"/>
            <a:r>
              <a:rPr lang="en-US" sz="1050" dirty="0"/>
              <a:t>Partition</a:t>
            </a:r>
          </a:p>
          <a:p>
            <a:pPr algn="l"/>
            <a:r>
              <a:rPr lang="en-US" sz="1050" dirty="0"/>
              <a:t>Compress</a:t>
            </a:r>
          </a:p>
        </p:txBody>
      </p:sp>
      <p:grpSp>
        <p:nvGrpSpPr>
          <p:cNvPr id="4" name="Group 3">
            <a:extLst>
              <a:ext uri="{FF2B5EF4-FFF2-40B4-BE49-F238E27FC236}">
                <a16:creationId xmlns:a16="http://schemas.microsoft.com/office/drawing/2014/main" id="{71D1CA63-CE03-125A-4F9D-025D01850A70}"/>
              </a:ext>
            </a:extLst>
          </p:cNvPr>
          <p:cNvGrpSpPr/>
          <p:nvPr/>
        </p:nvGrpSpPr>
        <p:grpSpPr>
          <a:xfrm>
            <a:off x="10828904" y="3899868"/>
            <a:ext cx="1027955" cy="1055128"/>
            <a:chOff x="9948071" y="1443995"/>
            <a:chExt cx="1027955" cy="1055128"/>
          </a:xfrm>
        </p:grpSpPr>
        <p:pic>
          <p:nvPicPr>
            <p:cNvPr id="52" name="Graphic 14">
              <a:extLst>
                <a:ext uri="{FF2B5EF4-FFF2-40B4-BE49-F238E27FC236}">
                  <a16:creationId xmlns:a16="http://schemas.microsoft.com/office/drawing/2014/main" id="{EA94F10F-E18A-68CF-7254-ADEBA75C289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99295" y="1443995"/>
              <a:ext cx="609465" cy="609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Box 17">
              <a:extLst>
                <a:ext uri="{FF2B5EF4-FFF2-40B4-BE49-F238E27FC236}">
                  <a16:creationId xmlns:a16="http://schemas.microsoft.com/office/drawing/2014/main" id="{B22EEE4B-351E-C395-4B24-989F3AA50CC8}"/>
                </a:ext>
              </a:extLst>
            </p:cNvPr>
            <p:cNvSpPr txBox="1">
              <a:spLocks noChangeArrowheads="1"/>
            </p:cNvSpPr>
            <p:nvPr/>
          </p:nvSpPr>
          <p:spPr bwMode="auto">
            <a:xfrm>
              <a:off x="9948071" y="2068236"/>
              <a:ext cx="102795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100" dirty="0">
                  <a:latin typeface="Arial" panose="020B0604020202020204" pitchFamily="34" charset="0"/>
                  <a:cs typeface="Arial" panose="020B0604020202020204" pitchFamily="34" charset="0"/>
                </a:rPr>
                <a:t>Amazon Athena</a:t>
              </a:r>
            </a:p>
          </p:txBody>
        </p:sp>
      </p:grpSp>
      <p:cxnSp>
        <p:nvCxnSpPr>
          <p:cNvPr id="54" name="Straight Arrow Connector 53">
            <a:extLst>
              <a:ext uri="{FF2B5EF4-FFF2-40B4-BE49-F238E27FC236}">
                <a16:creationId xmlns:a16="http://schemas.microsoft.com/office/drawing/2014/main" id="{63FF264D-9CE4-785D-8D48-8C8E262720BF}"/>
              </a:ext>
            </a:extLst>
          </p:cNvPr>
          <p:cNvCxnSpPr>
            <a:cxnSpLocks/>
            <a:stCxn id="13" idx="3"/>
            <a:endCxn id="52" idx="1"/>
          </p:cNvCxnSpPr>
          <p:nvPr/>
        </p:nvCxnSpPr>
        <p:spPr>
          <a:xfrm>
            <a:off x="10188679" y="4201659"/>
            <a:ext cx="891449" cy="2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A752B490-702A-6BD4-9635-36E87B3567C0}"/>
              </a:ext>
            </a:extLst>
          </p:cNvPr>
          <p:cNvSpPr txBox="1"/>
          <p:nvPr/>
        </p:nvSpPr>
        <p:spPr>
          <a:xfrm>
            <a:off x="10259802" y="3882272"/>
            <a:ext cx="598761"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Query</a:t>
            </a:r>
          </a:p>
        </p:txBody>
      </p:sp>
      <p:grpSp>
        <p:nvGrpSpPr>
          <p:cNvPr id="73" name="Group 72">
            <a:extLst>
              <a:ext uri="{FF2B5EF4-FFF2-40B4-BE49-F238E27FC236}">
                <a16:creationId xmlns:a16="http://schemas.microsoft.com/office/drawing/2014/main" id="{9FFD1893-E907-1A5D-561B-6810F1CF89CE}"/>
              </a:ext>
            </a:extLst>
          </p:cNvPr>
          <p:cNvGrpSpPr/>
          <p:nvPr/>
        </p:nvGrpSpPr>
        <p:grpSpPr>
          <a:xfrm>
            <a:off x="11004678" y="2210325"/>
            <a:ext cx="921471" cy="940681"/>
            <a:chOff x="7752856" y="1858573"/>
            <a:chExt cx="1076883" cy="1111489"/>
          </a:xfrm>
        </p:grpSpPr>
        <p:pic>
          <p:nvPicPr>
            <p:cNvPr id="75" name="Graphic 6">
              <a:extLst>
                <a:ext uri="{FF2B5EF4-FFF2-40B4-BE49-F238E27FC236}">
                  <a16:creationId xmlns:a16="http://schemas.microsoft.com/office/drawing/2014/main" id="{CBD7DE29-F2DA-E36B-4BF0-7ABB5D867D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35871" y="185857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TextBox 10">
              <a:extLst>
                <a:ext uri="{FF2B5EF4-FFF2-40B4-BE49-F238E27FC236}">
                  <a16:creationId xmlns:a16="http://schemas.microsoft.com/office/drawing/2014/main" id="{E725D480-BB48-0E7F-D6DD-39FBFE8986AE}"/>
                </a:ext>
              </a:extLst>
            </p:cNvPr>
            <p:cNvSpPr txBox="1">
              <a:spLocks noChangeArrowheads="1"/>
            </p:cNvSpPr>
            <p:nvPr/>
          </p:nvSpPr>
          <p:spPr bwMode="auto">
            <a:xfrm>
              <a:off x="7752856" y="2660949"/>
              <a:ext cx="1076883" cy="30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100" dirty="0">
                  <a:latin typeface="Arial" panose="020B0604020202020204" pitchFamily="34" charset="0"/>
                  <a:ea typeface="Amazon Ember" panose="020B0603020204020204" pitchFamily="34" charset="0"/>
                  <a:cs typeface="Arial" panose="020B0604020202020204" pitchFamily="34" charset="0"/>
                </a:rPr>
                <a:t>AWS Glue</a:t>
              </a:r>
            </a:p>
          </p:txBody>
        </p:sp>
      </p:grpSp>
      <p:grpSp>
        <p:nvGrpSpPr>
          <p:cNvPr id="77" name="Group 76">
            <a:extLst>
              <a:ext uri="{FF2B5EF4-FFF2-40B4-BE49-F238E27FC236}">
                <a16:creationId xmlns:a16="http://schemas.microsoft.com/office/drawing/2014/main" id="{FE83771B-275E-63C8-08C1-4A20574D934A}"/>
              </a:ext>
            </a:extLst>
          </p:cNvPr>
          <p:cNvGrpSpPr/>
          <p:nvPr/>
        </p:nvGrpSpPr>
        <p:grpSpPr>
          <a:xfrm>
            <a:off x="10195967" y="2306757"/>
            <a:ext cx="1085360" cy="615148"/>
            <a:chOff x="9106581" y="3070756"/>
            <a:chExt cx="1268412" cy="726846"/>
          </a:xfrm>
        </p:grpSpPr>
        <p:sp>
          <p:nvSpPr>
            <p:cNvPr id="78" name="TextBox 77">
              <a:extLst>
                <a:ext uri="{FF2B5EF4-FFF2-40B4-BE49-F238E27FC236}">
                  <a16:creationId xmlns:a16="http://schemas.microsoft.com/office/drawing/2014/main" id="{B1C396B0-F229-6E5E-2738-0B817F739DF1}"/>
                </a:ext>
              </a:extLst>
            </p:cNvPr>
            <p:cNvSpPr txBox="1">
              <a:spLocks noChangeArrowheads="1"/>
            </p:cNvSpPr>
            <p:nvPr/>
          </p:nvSpPr>
          <p:spPr bwMode="auto">
            <a:xfrm>
              <a:off x="9106581" y="3497580"/>
              <a:ext cx="1268412" cy="300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rial" panose="020B0604020202020204" pitchFamily="34" charset="0"/>
                  <a:ea typeface="Amazon Ember" panose="020B0603020204020204" pitchFamily="34" charset="0"/>
                  <a:cs typeface="Arial" panose="020B0604020202020204" pitchFamily="34" charset="0"/>
                </a:rPr>
                <a:t>Crawler</a:t>
              </a:r>
            </a:p>
          </p:txBody>
        </p:sp>
        <p:pic>
          <p:nvPicPr>
            <p:cNvPr id="79" name="Graphic 7">
              <a:extLst>
                <a:ext uri="{FF2B5EF4-FFF2-40B4-BE49-F238E27FC236}">
                  <a16:creationId xmlns:a16="http://schemas.microsoft.com/office/drawing/2014/main" id="{DD7950C8-D772-5C8E-2BAD-A8276C35DD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12187" y="30707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80" name="Straight Arrow Connector 79">
            <a:extLst>
              <a:ext uri="{FF2B5EF4-FFF2-40B4-BE49-F238E27FC236}">
                <a16:creationId xmlns:a16="http://schemas.microsoft.com/office/drawing/2014/main" id="{1B2E8567-8A45-1DBD-1FD7-31D65C0457A4}"/>
              </a:ext>
            </a:extLst>
          </p:cNvPr>
          <p:cNvCxnSpPr>
            <a:cxnSpLocks/>
            <a:stCxn id="75" idx="1"/>
            <a:endCxn id="13" idx="0"/>
          </p:cNvCxnSpPr>
          <p:nvPr/>
        </p:nvCxnSpPr>
        <p:spPr>
          <a:xfrm flipH="1">
            <a:off x="9862664" y="2532775"/>
            <a:ext cx="1213049" cy="134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EEA21A76-D890-794A-E73F-AEA291495059}"/>
              </a:ext>
            </a:extLst>
          </p:cNvPr>
          <p:cNvGrpSpPr/>
          <p:nvPr/>
        </p:nvGrpSpPr>
        <p:grpSpPr>
          <a:xfrm>
            <a:off x="10916897" y="1413313"/>
            <a:ext cx="921472" cy="778989"/>
            <a:chOff x="6802691" y="1669690"/>
            <a:chExt cx="921472" cy="778989"/>
          </a:xfrm>
        </p:grpSpPr>
        <p:pic>
          <p:nvPicPr>
            <p:cNvPr id="84" name="Picture 83">
              <a:extLst>
                <a:ext uri="{FF2B5EF4-FFF2-40B4-BE49-F238E27FC236}">
                  <a16:creationId xmlns:a16="http://schemas.microsoft.com/office/drawing/2014/main" id="{E6D56FC3-5623-8588-66C3-767C42BD1770}"/>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65908" y="1669690"/>
              <a:ext cx="395039" cy="390719"/>
            </a:xfrm>
            <a:prstGeom prst="rect">
              <a:avLst/>
            </a:prstGeom>
          </p:spPr>
        </p:pic>
        <p:sp>
          <p:nvSpPr>
            <p:cNvPr id="85" name="TextBox 84">
              <a:extLst>
                <a:ext uri="{FF2B5EF4-FFF2-40B4-BE49-F238E27FC236}">
                  <a16:creationId xmlns:a16="http://schemas.microsoft.com/office/drawing/2014/main" id="{F3CC91C2-0AB1-7FCB-08CF-6CF5431627AC}"/>
                </a:ext>
                <a:ext uri="{C183D7F6-B498-43B3-948B-1728B52AA6E4}">
                  <adec:decorative xmlns:adec="http://schemas.microsoft.com/office/drawing/2017/decorative" val="1"/>
                </a:ext>
              </a:extLst>
            </p:cNvPr>
            <p:cNvSpPr txBox="1">
              <a:spLocks noChangeArrowheads="1"/>
            </p:cNvSpPr>
            <p:nvPr/>
          </p:nvSpPr>
          <p:spPr bwMode="auto">
            <a:xfrm>
              <a:off x="6802691" y="2048569"/>
              <a:ext cx="9214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eaLnBrk="1" hangingPunct="1">
                <a:defRPr/>
              </a:pPr>
              <a:r>
                <a:rPr lang="en-US" altLang="en-US" sz="1000" dirty="0">
                  <a:latin typeface="Arial" panose="020B0604020202020204" pitchFamily="34" charset="0"/>
                  <a:cs typeface="Arial" panose="020B0604020202020204" pitchFamily="34" charset="0"/>
                </a:rPr>
                <a:t>AWS Glue Data Catalog</a:t>
              </a:r>
            </a:p>
          </p:txBody>
        </p:sp>
      </p:grpSp>
      <p:cxnSp>
        <p:nvCxnSpPr>
          <p:cNvPr id="87" name="Straight Arrow Connector 86">
            <a:extLst>
              <a:ext uri="{FF2B5EF4-FFF2-40B4-BE49-F238E27FC236}">
                <a16:creationId xmlns:a16="http://schemas.microsoft.com/office/drawing/2014/main" id="{FA685537-08FA-5502-8491-CB9DE9B6CD00}"/>
              </a:ext>
            </a:extLst>
          </p:cNvPr>
          <p:cNvCxnSpPr>
            <a:cxnSpLocks/>
            <a:stCxn id="75" idx="2"/>
            <a:endCxn id="52" idx="0"/>
          </p:cNvCxnSpPr>
          <p:nvPr/>
        </p:nvCxnSpPr>
        <p:spPr>
          <a:xfrm flipH="1">
            <a:off x="11384861" y="2855225"/>
            <a:ext cx="16868" cy="1044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93BEDD7C-C70D-2DF8-D536-50B2DFEB8D5D}"/>
              </a:ext>
            </a:extLst>
          </p:cNvPr>
          <p:cNvSpPr txBox="1"/>
          <p:nvPr/>
        </p:nvSpPr>
        <p:spPr>
          <a:xfrm>
            <a:off x="9993868" y="2987376"/>
            <a:ext cx="598761"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Crawl</a:t>
            </a:r>
          </a:p>
        </p:txBody>
      </p:sp>
      <p:sp>
        <p:nvSpPr>
          <p:cNvPr id="91" name="TextBox 90">
            <a:extLst>
              <a:ext uri="{FF2B5EF4-FFF2-40B4-BE49-F238E27FC236}">
                <a16:creationId xmlns:a16="http://schemas.microsoft.com/office/drawing/2014/main" id="{08BD6C95-25D6-52F3-05AE-CF79C2E1FB12}"/>
              </a:ext>
            </a:extLst>
          </p:cNvPr>
          <p:cNvSpPr txBox="1"/>
          <p:nvPr/>
        </p:nvSpPr>
        <p:spPr>
          <a:xfrm>
            <a:off x="6328420" y="4237876"/>
            <a:ext cx="784125"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Compact</a:t>
            </a:r>
          </a:p>
        </p:txBody>
      </p:sp>
      <p:pic>
        <p:nvPicPr>
          <p:cNvPr id="2" name="Graphic 7">
            <a:extLst>
              <a:ext uri="{FF2B5EF4-FFF2-40B4-BE49-F238E27FC236}">
                <a16:creationId xmlns:a16="http://schemas.microsoft.com/office/drawing/2014/main" id="{B6B1ACF3-DEFF-A0E1-0E1F-FCBA9500E835}"/>
              </a:ext>
              <a:ext uri="{C183D7F6-B498-43B3-948B-1728B52AA6E4}">
                <adec:decorative xmlns:adec="http://schemas.microsoft.com/office/drawing/2017/decorative" val="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098540" y="5308975"/>
            <a:ext cx="573461" cy="573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TextBox 10">
            <a:extLst>
              <a:ext uri="{FF2B5EF4-FFF2-40B4-BE49-F238E27FC236}">
                <a16:creationId xmlns:a16="http://schemas.microsoft.com/office/drawing/2014/main" id="{19C3A284-CB6F-23AE-66E2-220D8A35F667}"/>
              </a:ext>
              <a:ext uri="{C183D7F6-B498-43B3-948B-1728B52AA6E4}">
                <adec:decorative xmlns:adec="http://schemas.microsoft.com/office/drawing/2017/decorative" val="1"/>
              </a:ext>
            </a:extLst>
          </p:cNvPr>
          <p:cNvSpPr txBox="1">
            <a:spLocks noChangeArrowheads="1"/>
          </p:cNvSpPr>
          <p:nvPr/>
        </p:nvSpPr>
        <p:spPr bwMode="auto">
          <a:xfrm>
            <a:off x="10751377" y="5916548"/>
            <a:ext cx="122206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en-US" sz="1100" dirty="0">
                <a:latin typeface="Arial" panose="020B0604020202020204" pitchFamily="34" charset="0"/>
                <a:cs typeface="Arial" panose="020B0604020202020204" pitchFamily="34" charset="0"/>
              </a:rPr>
              <a:t>QuickSight</a:t>
            </a:r>
          </a:p>
        </p:txBody>
      </p:sp>
      <p:cxnSp>
        <p:nvCxnSpPr>
          <p:cNvPr id="56" name="Straight Arrow Connector 55">
            <a:extLst>
              <a:ext uri="{FF2B5EF4-FFF2-40B4-BE49-F238E27FC236}">
                <a16:creationId xmlns:a16="http://schemas.microsoft.com/office/drawing/2014/main" id="{C72A1150-18EB-E879-9480-62FF1AAA7081}"/>
              </a:ext>
            </a:extLst>
          </p:cNvPr>
          <p:cNvCxnSpPr>
            <a:cxnSpLocks/>
            <a:stCxn id="52" idx="2"/>
            <a:endCxn id="2" idx="0"/>
          </p:cNvCxnSpPr>
          <p:nvPr/>
        </p:nvCxnSpPr>
        <p:spPr>
          <a:xfrm>
            <a:off x="11384861" y="4509333"/>
            <a:ext cx="410" cy="799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94F4F377-85D8-80BF-7057-6CF49B82CF3A}"/>
              </a:ext>
            </a:extLst>
          </p:cNvPr>
          <p:cNvCxnSpPr>
            <a:cxnSpLocks/>
            <a:stCxn id="13" idx="2"/>
            <a:endCxn id="2" idx="0"/>
          </p:cNvCxnSpPr>
          <p:nvPr/>
        </p:nvCxnSpPr>
        <p:spPr>
          <a:xfrm>
            <a:off x="9862664" y="4524109"/>
            <a:ext cx="1522607" cy="784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9" name="Picture 88">
            <a:extLst>
              <a:ext uri="{FF2B5EF4-FFF2-40B4-BE49-F238E27FC236}">
                <a16:creationId xmlns:a16="http://schemas.microsoft.com/office/drawing/2014/main" id="{5241F6AC-D176-A72A-7BA0-084E8272DD2C}"/>
              </a:ext>
            </a:extLst>
          </p:cNvPr>
          <p:cNvPicPr>
            <a:picLocks noChangeAspect="1"/>
          </p:cNvPicPr>
          <p:nvPr/>
        </p:nvPicPr>
        <p:blipFill>
          <a:blip r:embed="rId15"/>
          <a:stretch>
            <a:fillRect/>
          </a:stretch>
        </p:blipFill>
        <p:spPr>
          <a:xfrm>
            <a:off x="7559992" y="5054615"/>
            <a:ext cx="2002084" cy="1034875"/>
          </a:xfrm>
          <a:prstGeom prst="rect">
            <a:avLst/>
          </a:prstGeom>
          <a:effectLst>
            <a:outerShdw blurRad="50800" dist="38100" dir="2700000" algn="tl" rotWithShape="0">
              <a:prstClr val="black">
                <a:alpha val="40000"/>
              </a:prstClr>
            </a:outerShdw>
          </a:effectLst>
        </p:spPr>
      </p:pic>
      <p:cxnSp>
        <p:nvCxnSpPr>
          <p:cNvPr id="92" name="Straight Arrow Connector 91">
            <a:extLst>
              <a:ext uri="{FF2B5EF4-FFF2-40B4-BE49-F238E27FC236}">
                <a16:creationId xmlns:a16="http://schemas.microsoft.com/office/drawing/2014/main" id="{E5AE5903-72C1-DEC3-34DF-D0C5CC079B6D}"/>
              </a:ext>
            </a:extLst>
          </p:cNvPr>
          <p:cNvCxnSpPr>
            <a:cxnSpLocks/>
            <a:stCxn id="2" idx="1"/>
            <a:endCxn id="89" idx="3"/>
          </p:cNvCxnSpPr>
          <p:nvPr/>
        </p:nvCxnSpPr>
        <p:spPr>
          <a:xfrm flipH="1" flipV="1">
            <a:off x="9562076" y="5572053"/>
            <a:ext cx="1536464" cy="23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6" name="Picture 95">
            <a:extLst>
              <a:ext uri="{FF2B5EF4-FFF2-40B4-BE49-F238E27FC236}">
                <a16:creationId xmlns:a16="http://schemas.microsoft.com/office/drawing/2014/main" id="{5A771BAB-9FCA-932B-B208-88F37E6A6D6B}"/>
              </a:ext>
            </a:extLst>
          </p:cNvPr>
          <p:cNvPicPr>
            <a:picLocks noChangeAspect="1"/>
          </p:cNvPicPr>
          <p:nvPr/>
        </p:nvPicPr>
        <p:blipFill>
          <a:blip r:embed="rId16"/>
          <a:stretch>
            <a:fillRect/>
          </a:stretch>
        </p:blipFill>
        <p:spPr>
          <a:xfrm>
            <a:off x="8976763" y="5742157"/>
            <a:ext cx="1609704" cy="994723"/>
          </a:xfrm>
          <a:prstGeom prst="rect">
            <a:avLst/>
          </a:prstGeom>
          <a:effectLst>
            <a:outerShdw blurRad="50800" dist="38100" dir="2700000" algn="tl" rotWithShape="0">
              <a:prstClr val="black">
                <a:alpha val="40000"/>
              </a:prstClr>
            </a:outerShdw>
          </a:effectLst>
        </p:spPr>
      </p:pic>
      <p:sp>
        <p:nvSpPr>
          <p:cNvPr id="98" name="TextBox 97">
            <a:extLst>
              <a:ext uri="{FF2B5EF4-FFF2-40B4-BE49-F238E27FC236}">
                <a16:creationId xmlns:a16="http://schemas.microsoft.com/office/drawing/2014/main" id="{1A16CE2A-795C-4BEB-4A1C-A7D554B55BF8}"/>
              </a:ext>
            </a:extLst>
          </p:cNvPr>
          <p:cNvSpPr txBox="1"/>
          <p:nvPr/>
        </p:nvSpPr>
        <p:spPr>
          <a:xfrm>
            <a:off x="9936121" y="5288058"/>
            <a:ext cx="836850" cy="253916"/>
          </a:xfrm>
          <a:prstGeom prst="rect">
            <a:avLst/>
          </a:prstGeom>
          <a:solidFill>
            <a:schemeClr val="tx1">
              <a:lumMod val="85000"/>
              <a:lumOff val="15000"/>
            </a:schemeClr>
          </a:solidFill>
        </p:spPr>
        <p:txBody>
          <a:bodyPr wrap="square" rtlCol="0">
            <a:spAutoFit/>
          </a:bodyPr>
          <a:lstStyle>
            <a:defPPr>
              <a:defRPr lang="en-US"/>
            </a:defPPr>
            <a:lvl1pPr algn="ctr">
              <a:defRPr sz="1100">
                <a:solidFill>
                  <a:srgbClr val="FFFF00"/>
                </a:solidFill>
                <a:latin typeface="Arial Rounded MT Bold" panose="020F0704030504030204" pitchFamily="34" charset="0"/>
                <a:ea typeface="Amazon Ember Light" panose="020B0403020204020204" pitchFamily="34" charset="0"/>
                <a:cs typeface="Amazon Ember Light" panose="020B0403020204020204" pitchFamily="34" charset="0"/>
              </a:defRPr>
            </a:lvl1pPr>
          </a:lstStyle>
          <a:p>
            <a:r>
              <a:rPr lang="en-US" sz="1050" dirty="0"/>
              <a:t>Visualize</a:t>
            </a:r>
          </a:p>
        </p:txBody>
      </p:sp>
    </p:spTree>
    <p:extLst>
      <p:ext uri="{BB962C8B-B14F-4D97-AF65-F5344CB8AC3E}">
        <p14:creationId xmlns:p14="http://schemas.microsoft.com/office/powerpoint/2010/main" val="38355835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qJFqUAbJ"/>
  <p:tag name="ARTICULATE_SLIDE_THUMBNAIL_REFRESH" val="1"/>
  <p:tag name="ARTICULATE_DESIGN_ID_PALOMA 2019 V1.0" val="XPQqstdW"/>
  <p:tag name="ARTICULATE_SLIDE_COUNT" val="4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Base Set">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loma Animated Tables">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A40BCACBC0704FBE54FCAD9A364197" ma:contentTypeVersion="2" ma:contentTypeDescription="Create a new document." ma:contentTypeScope="" ma:versionID="3fa73408463c73f27eac0da4a54dc812">
  <xsd:schema xmlns:xsd="http://www.w3.org/2001/XMLSchema" xmlns:xs="http://www.w3.org/2001/XMLSchema" xmlns:p="http://schemas.microsoft.com/office/2006/metadata/properties" xmlns:ns2="5b79967b-49e9-425f-a9b8-db6ba98b17c2" targetNamespace="http://schemas.microsoft.com/office/2006/metadata/properties" ma:root="true" ma:fieldsID="14e22905217c16deab263c38183c6bb2" ns2:_="">
    <xsd:import namespace="5b79967b-49e9-425f-a9b8-db6ba98b17c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79967b-49e9-425f-a9b8-db6ba98b17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47B867-88E4-44FF-9536-490BC6ACCD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79967b-49e9-425f-a9b8-db6ba98b17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C8D7034-8986-4310-B6AB-E939D3516ED6}">
  <ds:schemaRefs>
    <ds:schemaRef ds:uri="http://www.w3.org/XML/1998/namespace"/>
    <ds:schemaRef ds:uri="http://schemas.microsoft.com/office/2006/documentManagement/types"/>
    <ds:schemaRef ds:uri="http://schemas.microsoft.com/office/infopath/2007/PartnerControls"/>
    <ds:schemaRef ds:uri="5b79967b-49e9-425f-a9b8-db6ba98b17c2"/>
    <ds:schemaRef ds:uri="http://purl.org/dc/elements/1.1/"/>
    <ds:schemaRef ds:uri="http://schemas.openxmlformats.org/package/2006/metadata/core-properties"/>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98EB726A-B571-4251-B48B-503CF4B88E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43936</TotalTime>
  <Words>495</Words>
  <Application>Microsoft Macintosh PowerPoint</Application>
  <PresentationFormat>Widescreen</PresentationFormat>
  <Paragraphs>135</Paragraphs>
  <Slides>6</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vt:i4>
      </vt:variant>
    </vt:vector>
  </HeadingPairs>
  <TitlesOfParts>
    <vt:vector size="15" baseType="lpstr">
      <vt:lpstr>Amazon Ember</vt:lpstr>
      <vt:lpstr>Amazon Ember Light</vt:lpstr>
      <vt:lpstr>Arial</vt:lpstr>
      <vt:lpstr>Arial Rounded MT Bold</vt:lpstr>
      <vt:lpstr>Calibri</vt:lpstr>
      <vt:lpstr>Consolas</vt:lpstr>
      <vt:lpstr>Lucida Console</vt:lpstr>
      <vt:lpstr>Paloma Base Set</vt:lpstr>
      <vt:lpstr>Paloma Animated Tables</vt:lpstr>
      <vt:lpstr>Demo: Data Lake Storage</vt:lpstr>
      <vt:lpstr>Demo: Ingestion</vt:lpstr>
      <vt:lpstr>Demo: Crawl and Catalog</vt:lpstr>
      <vt:lpstr>Demo: Transform, Format, Partition, Compress, Compact</vt:lpstr>
      <vt:lpstr>Demo: Analyze and Query</vt:lpstr>
      <vt:lpstr>Demo: Visualize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T&amp;C Template</dc:title>
  <dc:creator>metzgrrr@amazon.com</dc:creator>
  <cp:keywords>v1.0</cp:keywords>
  <cp:lastModifiedBy>Eric Tolentino</cp:lastModifiedBy>
  <cp:revision>1301</cp:revision>
  <cp:lastPrinted>2023-02-22T20:34:40Z</cp:lastPrinted>
  <dcterms:created xsi:type="dcterms:W3CDTF">2018-05-21T16:28:30Z</dcterms:created>
  <dcterms:modified xsi:type="dcterms:W3CDTF">2026-06-15T06:31:49Z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373078B8-3778-4BED-93CE-B8FC9DC9BD60</vt:lpwstr>
  </property>
  <property fmtid="{D5CDD505-2E9C-101B-9397-08002B2CF9AE}" pid="3" name="ArticulatePath">
    <vt:lpwstr>NEW 2019_TO TEST</vt:lpwstr>
  </property>
  <property fmtid="{D5CDD505-2E9C-101B-9397-08002B2CF9AE}" pid="4" name="ContentTypeId">
    <vt:lpwstr>0x0101000CA40BCACBC0704FBE54FCAD9A364197</vt:lpwstr>
  </property>
</Properties>
</file>