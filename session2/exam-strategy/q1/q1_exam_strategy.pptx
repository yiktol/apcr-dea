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Data Transfer to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Your customer is an enterprise sized business in the telecommunications industry. They are looking to setup a hybrid environment and intend to utilize AWS Redshift for querying a dataset comprising 5 PB of historical cell phone usage data. They have an ongoing data accumulation rate of 3 TB per month. The requirement is for the new incoming monthly data to be accessible for querying with less than a two-day delay.</a:t>
            </a:r>
            <a:br/>
            <a:br/>
            <a:r>
              <a:t>Which combination of steps will provide an appropriate solution? (Select TWO)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Leverage AWS Direct Connect for both the initial bulk transfer of historical data and the ongoing monthly data transfers, ensuring consistent network performance.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Implement AWS DataSync for continuous synchronization of the 3 TB monthly data to Amazon S3, maintaining the required freshness of less than two days.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Configure Amazon S3 Transfer Acceleration for the ongoing 3 TB monthly data uploads to minimize transfer times and meet the delay requirements.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AWS Snowball for the initial migration of the 5 PB of historical data to Amazon S3, ensuring a fast and secure data transfer method for large datasets.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297680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159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Directly upload the ongoing 3 TB of data each month via the Internet using the AWS CLI or SDKs, relying on your existing internet bandwidth.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7" name="Picture 16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Leverage AWS Direct Connect for both the initial bulk transfer of historical data and the ongoing monthly data transfers, ensuring consistent network performance.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77038"/>
            <a:ext cx="5303520" cy="23494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Dedicated 1-400 Gbps private network connection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Not optimized for PB-scale bulk migration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Snowball and DataSync are purpose-built for these requirements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Requires physical cross-connect setup adding weeks of lead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Implement AWS DataSync for continuous synchronization of the 3 TB monthly data to Amazon S3, maintaining the required freshness of less than two days.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78428"/>
            <a:ext cx="5303520" cy="21466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Transfers data from on-premises to S3 with built-in scheduling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Purpose-built protocol delivers up to 10 Gbps per task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Meets the &lt; 2-day freshness requirement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Includes in-transit and at-rest integrity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Configure Amazon S3 Transfer Acceleration for the ongoing 3 TB monthly data uploads to minimize transfer times and meet the delay requirements.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44262"/>
            <a:ext cx="5303520" cy="24149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Speeds uploads via CloudFront edge locations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 built-in scheduling or incremental sync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Must be managed manually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DataSync is better for continuous synchronization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Use AWS Snowball for the initial migration of the 5 PB of historical data to Amazon S3, ensuring a fast and secure data transfer method for large datasets.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84779"/>
            <a:ext cx="5303520" cy="2133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Physical storage devices (~210 TB each) shipped to data center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Optimized for large one-time migrations — 5 PB is perfect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Physical transfer bypasses all network bottlenecks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256-bit encryption with tamper-resistant enclosure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E: Directly upload the ongoing 3 TB of data each month via the Internet using the AWS CLI or SDKs, relying on your existing internet bandwidth.</a:t>
            </a:r>
          </a:p>
        </p:txBody>
      </p:sp>
      <p:pic>
        <p:nvPicPr>
          <p:cNvPr id="5" name="Picture 4" descr="option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7730"/>
            <a:ext cx="5303520" cy="29280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Relies entirely on existing internet bandwidth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 transfer optimization or automatic retry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At 100 Mbps, 3 TB takes ~2.8 days — exceeds SLA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DataSync provides scheduling and optimized throughput natively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