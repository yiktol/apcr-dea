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09121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Schema Conversion &amp;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 data engineer is planning to migrate their on-premises database to Amazon RDS. They need to perform a schema conversion and also want the solution to scan application source code for embedded SQL statements and convert them.</a:t>
            </a:r>
            <a:br/>
            <a:br/>
            <a:r>
              <a:t>What is the recommended approach to perform the schema conversion in the most operationally efficient way?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76272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AWS Database Migration Service (AWS DMS) to convert the database schema and migrate the data.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Manually convert the database schema using SQL scripts and then use AWS DMS to migrate the data.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the AWS Schema Conversion Tool (AWS SCT) to convert the database schema and then use AWS DMS to migrate the data.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67328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the AWS Schema Conversion Tool (AWS SCT) to convert the database schema, and then use the AWS Transfer Family to migrate the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74320"/>
            <a:ext cx="1920240" cy="210312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657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5" name="Picture 14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4008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Use AWS Database Migration Service (AWS DMS) to convert the database schema and migrate the data.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46634"/>
            <a:ext cx="5303520" cy="221025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DMS migrates data between databases (full load + CDC)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DMS does NOT perform schema conversion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Cannot scan application source code for SQL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A separate tool (SCT) is needed for schema conversion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Manually convert the database schema using SQL scripts and then use AWS DMS to migrate the data.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475378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Manual DDL conversion is error-prone and slow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Not operationally efficient — SCT automates this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Cannot automatically scan app code for embedded SQL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DMS for data is correct but schema step is manual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Use the AWS Schema Conversion Tool (AWS SCT) to convert the database schema and then use AWS DMS to migrate the data.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110835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SCT auto-converts schema: DDL, stored procedures, views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SCT scans application source code for embedded SQL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SCT generates assessment report for manual items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DMS handles data migration with full load + CDC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Use the AWS Schema Conversion Tool (AWS SCT) to convert the database schema, and then use the AWS Transfer Family to migrate the data.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646776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SCT for schema conversion is correct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AWS Transfer Family is for SFTP/FTP file transfers to S3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Transfer Family cannot migrate database data to RDS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DMS is the correct service for database data migration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