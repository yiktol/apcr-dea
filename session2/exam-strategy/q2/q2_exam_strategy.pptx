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gradFill rotWithShape="1">
          <a:gsLst>
            <a:gs pos="0">
              <a:srgbClr val="0D1B2A"/>
            </a:gs>
            <a:gs pos="100000">
              <a:srgbClr val="09121C"/>
            </a:gs>
          </a:gsLst>
          <a:lin scaled="0"/>
        </a:gra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5943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E88E5"/>
                </a:solidFill>
                <a:latin typeface="Segoe UI"/>
              </a:defRPr>
            </a:pPr>
            <a:r>
              <a:t>Redshift Data Offloading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731520"/>
            <a:ext cx="6583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Segoe UI"/>
              </a:defRPr>
            </a:pPr>
            <a:r>
              <a:t>A data engineer is tasked with optimizing the cost of a Redshift cluster by relocating data that is older than 6 months into Amazon S3. The goal is to store this data in a way that minimizes expenses while still allowing it to be easily queried and combined with data in the cluster for reporting and analytics purposes.</a:t>
            </a:r>
            <a:br/>
            <a:br/>
            <a:r>
              <a:t>Which combination of steps will provide an appropriate solution? (Choose two)</a:t>
            </a:r>
          </a:p>
        </p:txBody>
      </p:sp>
      <p:sp>
        <p:nvSpPr>
          <p:cNvPr id="5" name="Oval 4"/>
          <p:cNvSpPr/>
          <p:nvPr/>
        </p:nvSpPr>
        <p:spPr>
          <a:xfrm>
            <a:off x="457200" y="2176272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1945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the UNLOAD command to move data into S3 as JSON files</a:t>
            </a:r>
          </a:p>
        </p:txBody>
      </p:sp>
      <p:sp>
        <p:nvSpPr>
          <p:cNvPr id="7" name="Oval 6"/>
          <p:cNvSpPr/>
          <p:nvPr/>
        </p:nvSpPr>
        <p:spPr>
          <a:xfrm>
            <a:off x="457200" y="2706624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2491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Redshift Federated Query to access the data in S3</a:t>
            </a:r>
          </a:p>
        </p:txBody>
      </p:sp>
      <p:sp>
        <p:nvSpPr>
          <p:cNvPr id="9" name="Oval 8"/>
          <p:cNvSpPr/>
          <p:nvPr/>
        </p:nvSpPr>
        <p:spPr>
          <a:xfrm>
            <a:off x="457200" y="3236976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25526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the COPY command to move data into S3 as Parquet files</a:t>
            </a:r>
          </a:p>
        </p:txBody>
      </p:sp>
      <p:sp>
        <p:nvSpPr>
          <p:cNvPr id="11" name="Oval 10"/>
          <p:cNvSpPr/>
          <p:nvPr/>
        </p:nvSpPr>
        <p:spPr>
          <a:xfrm>
            <a:off x="457200" y="3767328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85615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Redshift Spectrum to access the data in S3</a:t>
            </a:r>
          </a:p>
        </p:txBody>
      </p:sp>
      <p:sp>
        <p:nvSpPr>
          <p:cNvPr id="13" name="Oval 12"/>
          <p:cNvSpPr/>
          <p:nvPr/>
        </p:nvSpPr>
        <p:spPr>
          <a:xfrm>
            <a:off x="457200" y="4297680"/>
            <a:ext cx="292608" cy="292608"/>
          </a:xfrm>
          <a:prstGeom prst="ellipse">
            <a:avLst/>
          </a:prstGeom>
          <a:solidFill>
            <a:srgbClr val="1E88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31596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ECEFF1"/>
                </a:solidFill>
                <a:latin typeface="Segoe UI"/>
              </a:defRPr>
            </a:pPr>
            <a:r>
              <a:t>Use the UNLOAD command to move data into S3 as Parquet files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40880" y="274320"/>
            <a:ext cx="1920240" cy="2103120"/>
          </a:xfrm>
          <a:prstGeom prst="roundRect">
            <a:avLst/>
          </a:prstGeom>
          <a:solidFill>
            <a:srgbClr val="1A2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0" y="365760"/>
            <a:ext cx="1737360" cy="32004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900" b="1">
                <a:solidFill>
                  <a:srgbClr val="00E676"/>
                </a:solidFill>
                <a:latin typeface="Segoe UI"/>
              </a:defRPr>
            </a:pPr>
            <a:r>
              <a:t>⏱ TIME</a:t>
            </a:r>
          </a:p>
        </p:txBody>
      </p:sp>
      <p:pic>
        <p:nvPicPr>
          <p:cNvPr id="17" name="Picture 16" descr="countdown_2mi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0" y="640080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A: Use the UNLOAD command to move data into S3 as JSON files</a:t>
            </a:r>
          </a:p>
        </p:txBody>
      </p:sp>
      <p:pic>
        <p:nvPicPr>
          <p:cNvPr id="5" name="Picture 4" descr="option_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230902"/>
            <a:ext cx="5303520" cy="2841714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UNLOAD is the correct command to export from Redshift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JSON is row-based — not optimized for analytics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Poor compression vs Parquet — higher storage costs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No column pruning or predicate pushdown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B: Use Redshift Federated Query to access the data in S3</a:t>
            </a:r>
          </a:p>
        </p:txBody>
      </p:sp>
      <p:pic>
        <p:nvPicPr>
          <p:cNvPr id="5" name="Picture 4" descr="option_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4778200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Federated Query queries RDS/Aurora databases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Does NOT support querying data in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Redshift Spectrum is the correct feature for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Designed for live joins with operational DBs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FF17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✗ INCORRECT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C: Use the COPY command to move data into S3 as Parquet files</a:t>
            </a:r>
          </a:p>
        </p:txBody>
      </p:sp>
      <p:pic>
        <p:nvPicPr>
          <p:cNvPr id="5" name="Picture 4" descr="option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378915"/>
            <a:ext cx="5303520" cy="2545689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FF1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FF1744"/>
                </a:solidFill>
                <a:latin typeface="Segoe UI"/>
              </a:defRPr>
            </a:pPr>
            <a:r>
              <a:t>Why this is incorrect: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COPY loads data INTO Redshift from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Cannot export data from Redshift to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Direction is wrong: S3 → Redshift only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Common exam trap: COPY (inbound) vs UNLOAD (outbound)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D: Use Redshift Spectrum to access the data in S3</a:t>
            </a:r>
          </a:p>
        </p:txBody>
      </p:sp>
      <p:pic>
        <p:nvPicPr>
          <p:cNvPr id="5" name="Picture 4" descr="option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2943265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Queries data directly in S3 using SQL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Allows JOINs between S3 external tables and local tables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Massively parallel Spectrum workers scan S3 independently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Uses Glue Data Catalog for external table definitions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274320" y="182880"/>
            <a:ext cx="1280160" cy="411480"/>
          </a:xfrm>
          <a:prstGeom prst="roundRect">
            <a:avLst/>
          </a:prstGeom>
          <a:solidFill>
            <a:srgbClr val="00C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✓ CORRECT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37360" y="137160"/>
            <a:ext cx="713232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000">
                <a:solidFill>
                  <a:srgbClr val="FFFFFF"/>
                </a:solidFill>
                <a:latin typeface="Segoe UI"/>
              </a:defRPr>
            </a:pPr>
            <a:r>
              <a:t>Option E: Use the UNLOAD command to move data into S3 as Parquet files</a:t>
            </a:r>
          </a:p>
        </p:txBody>
      </p:sp>
      <p:pic>
        <p:nvPicPr>
          <p:cNvPr id="5" name="Picture 4" descr="option_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261956" cy="310896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5669280" y="1005840"/>
            <a:ext cx="3291840" cy="384048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0" y="1005840"/>
            <a:ext cx="54864" cy="3840480"/>
          </a:xfrm>
          <a:prstGeom prst="rect">
            <a:avLst/>
          </a:prstGeom>
          <a:solidFill>
            <a:srgbClr val="00C8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897880" y="114300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0C853"/>
                </a:solidFill>
                <a:latin typeface="Segoe UI"/>
              </a:defRPr>
            </a:pPr>
            <a:r>
              <a:t>Why this is correct: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97880" y="1508760"/>
            <a:ext cx="29260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UNLOAD exports query results from Redshift to S3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Parquet is columnar — optimized for analytics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Built-in compression reduces S3 storage costs</a:t>
            </a:r>
          </a:p>
          <a:p>
            <a:pPr>
              <a:spcAft>
                <a:spcPts val="600"/>
              </a:spcAft>
              <a:defRPr sz="900">
                <a:solidFill>
                  <a:srgbClr val="263238"/>
                </a:solidFill>
                <a:latin typeface="Segoe UI"/>
              </a:defRPr>
            </a:pPr>
            <a:r>
              <a:t>• Supports PARTITION BY for organized data layout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