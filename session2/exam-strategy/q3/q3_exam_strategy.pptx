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B2A"/>
            </a:gs>
            <a:gs pos="100000">
              <a:srgbClr val="09121C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8E5"/>
                </a:solidFill>
                <a:latin typeface="Segoe UI"/>
              </a:defRPr>
            </a:pPr>
            <a:r>
              <a:t>Data Lake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6583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A financial services company maintains a vast and secure data lake built on Amazon S3. They analyze this data using Apache Hive, Amazon Athena, Amazon Redshift, and Amazon QuickSight. The company needs to identify a solution to integrate the data lake and the tools used by the engineering teams.</a:t>
            </a:r>
            <a:br/>
            <a:br/>
            <a:r>
              <a:t>What solution accomplishes this with the LEAST amount of operational overhead?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176272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Use AWS Glue to catalog the data and make it accessible to all the analysis tools.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706624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2491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Directly connect each analysis tool to Amazon S3, configuring each tool individually.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236976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5526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Export data from Amazon S3 to an Amazon EC2 instance and use it as a central analysis server.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767328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5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Upload copies of the data to each analysis tool separately.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74320"/>
            <a:ext cx="1920240" cy="2103120"/>
          </a:xfrm>
          <a:prstGeom prst="round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365760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00E676"/>
                </a:solidFill>
                <a:latin typeface="Segoe UI"/>
              </a:defRPr>
            </a:pPr>
            <a:r>
              <a:t>⏱ TIME</a:t>
            </a:r>
          </a:p>
        </p:txBody>
      </p:sp>
      <p:pic>
        <p:nvPicPr>
          <p:cNvPr id="15" name="Picture 14" descr="countdown_2mi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4008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A: Use AWS Glue to catalog the data and make it accessible to all the analysis tools.</a:t>
            </a:r>
          </a:p>
        </p:txBody>
      </p:sp>
      <p:pic>
        <p:nvPicPr>
          <p:cNvPr id="5" name="Picture 4" descr="option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3710840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C853"/>
                </a:solidFill>
                <a:latin typeface="Segoe UI"/>
              </a:defRPr>
            </a:pPr>
            <a:r>
              <a:t>Why this is 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Glue crawlers auto-discover schema from S3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Single catalog shared by Athena, Spectrum, Hive, QuickSight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Fully serverless — no infrastructure to manage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Schema changes propagate automatically to all 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B: Directly connect each analysis tool to Amazon S3, configuring each tool individually.</a:t>
            </a:r>
          </a:p>
        </p:txBody>
      </p:sp>
      <p:pic>
        <p:nvPicPr>
          <p:cNvPr id="5" name="Picture 4" descr="option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2232589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Each tool must define its own schema independently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Significant operational overhead maintaining schemas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No shared metadata — risk of schema drift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Schema changes require updating all four tools manually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C: Export data from Amazon S3 to an Amazon EC2 instance and use it as a central analysis server.</a:t>
            </a:r>
          </a:p>
        </p:txBody>
      </p:sp>
      <p:pic>
        <p:nvPicPr>
          <p:cNvPr id="5" name="Picture 4" descr="option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5054138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Requires managing EC2: OS patching, scaling, backups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Adds unnecessary infrastructure overhead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Data must be copied from S3 — transfer cost and staleness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Glue provides same benefit as fully managed service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D: Upload copies of the data to each analysis tool separately.</a:t>
            </a:r>
          </a:p>
        </p:txBody>
      </p:sp>
      <p:pic>
        <p:nvPicPr>
          <p:cNvPr id="5" name="Picture 4" descr="option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1559478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Creates 4 separate copies — massive storage cost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Data duplication leads to inconsistencies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Must maintain 4 separate sync pipelines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Highest operational overhead of all options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